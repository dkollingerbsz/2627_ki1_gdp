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2" r:id="rId4"/>
  </p:sldMasterIdLst>
  <p:notesMasterIdLst>
    <p:notesMasterId r:id="rId23"/>
  </p:notesMasterIdLst>
  <p:handoutMasterIdLst>
    <p:handoutMasterId r:id="rId24"/>
  </p:handoutMasterIdLst>
  <p:sldIdLst>
    <p:sldId id="256" r:id="rId5"/>
    <p:sldId id="259" r:id="rId6"/>
    <p:sldId id="272" r:id="rId7"/>
    <p:sldId id="273" r:id="rId8"/>
    <p:sldId id="274" r:id="rId9"/>
    <p:sldId id="257" r:id="rId10"/>
    <p:sldId id="271" r:id="rId11"/>
    <p:sldId id="260" r:id="rId12"/>
    <p:sldId id="261" r:id="rId13"/>
    <p:sldId id="267" r:id="rId14"/>
    <p:sldId id="262" r:id="rId15"/>
    <p:sldId id="266" r:id="rId16"/>
    <p:sldId id="264" r:id="rId17"/>
    <p:sldId id="263" r:id="rId18"/>
    <p:sldId id="268" r:id="rId19"/>
    <p:sldId id="270" r:id="rId20"/>
    <p:sldId id="269" r:id="rId21"/>
    <p:sldId id="265" r:id="rId22"/>
  </p:sldIdLst>
  <p:sldSz cx="12192000" cy="6858000"/>
  <p:notesSz cx="6858000" cy="9144000"/>
  <p:defaultTextStyle>
    <a:defPPr rtl="0"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29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990C"/>
    <a:srgbClr val="CD1313"/>
    <a:srgbClr val="194383"/>
    <a:srgbClr val="FF9327"/>
    <a:srgbClr val="D9D9D9"/>
    <a:srgbClr val="FF7F00"/>
    <a:srgbClr val="0F9A0C"/>
    <a:srgbClr val="E7E6E4"/>
    <a:srgbClr val="BABECE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37B2C4-4F2E-4289-A4AF-AB276F417013}" v="120" dt="2026-09-15T19:08:57.387"/>
    <p1510:client id="{839430CF-F224-40A7-A0B9-A9EDC7AE25BD}" v="4" dt="2026-09-16T10:05:38.3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4294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an Schaffenroth" userId="83ba2d4c-f1cc-45fa-9036-06081a77fcd1" providerId="ADAL" clId="{4D37B2C4-4F2E-4289-A4AF-AB276F417013}"/>
    <pc:docChg chg="custSel addSld modSld sldOrd">
      <pc:chgData name="Sebastian Schaffenroth" userId="83ba2d4c-f1cc-45fa-9036-06081a77fcd1" providerId="ADAL" clId="{4D37B2C4-4F2E-4289-A4AF-AB276F417013}" dt="2026-09-16T06:53:37.284" v="142" actId="122"/>
      <pc:docMkLst>
        <pc:docMk/>
      </pc:docMkLst>
      <pc:sldChg chg="modSp mod">
        <pc:chgData name="Sebastian Schaffenroth" userId="83ba2d4c-f1cc-45fa-9036-06081a77fcd1" providerId="ADAL" clId="{4D37B2C4-4F2E-4289-A4AF-AB276F417013}" dt="2026-09-13T17:41:45.317" v="5"/>
        <pc:sldMkLst>
          <pc:docMk/>
          <pc:sldMk cId="4061687947" sldId="257"/>
        </pc:sldMkLst>
        <pc:spChg chg="mod">
          <ac:chgData name="Sebastian Schaffenroth" userId="83ba2d4c-f1cc-45fa-9036-06081a77fcd1" providerId="ADAL" clId="{4D37B2C4-4F2E-4289-A4AF-AB276F417013}" dt="2026-09-13T17:41:45.317" v="5"/>
          <ac:spMkLst>
            <pc:docMk/>
            <pc:sldMk cId="4061687947" sldId="257"/>
            <ac:spMk id="4" creationId="{7D658029-B266-73DF-DC71-D53D87F1A216}"/>
          </ac:spMkLst>
        </pc:spChg>
      </pc:sldChg>
      <pc:sldChg chg="modSp add mod ord">
        <pc:chgData name="Sebastian Schaffenroth" userId="83ba2d4c-f1cc-45fa-9036-06081a77fcd1" providerId="ADAL" clId="{4D37B2C4-4F2E-4289-A4AF-AB276F417013}" dt="2026-09-13T17:41:47.869" v="6"/>
        <pc:sldMkLst>
          <pc:docMk/>
          <pc:sldMk cId="4189326565" sldId="259"/>
        </pc:sldMkLst>
        <pc:spChg chg="mod">
          <ac:chgData name="Sebastian Schaffenroth" userId="83ba2d4c-f1cc-45fa-9036-06081a77fcd1" providerId="ADAL" clId="{4D37B2C4-4F2E-4289-A4AF-AB276F417013}" dt="2026-09-13T17:41:47.869" v="6"/>
          <ac:spMkLst>
            <pc:docMk/>
            <pc:sldMk cId="4189326565" sldId="259"/>
            <ac:spMk id="4" creationId="{D76977D4-304E-B18F-C8BB-599556F3B642}"/>
          </ac:spMkLst>
        </pc:spChg>
      </pc:sldChg>
      <pc:sldChg chg="modSp mod">
        <pc:chgData name="Sebastian Schaffenroth" userId="83ba2d4c-f1cc-45fa-9036-06081a77fcd1" providerId="ADAL" clId="{4D37B2C4-4F2E-4289-A4AF-AB276F417013}" dt="2026-09-16T06:53:37.284" v="142" actId="122"/>
        <pc:sldMkLst>
          <pc:docMk/>
          <pc:sldMk cId="4184142780" sldId="261"/>
        </pc:sldMkLst>
        <pc:spChg chg="mod">
          <ac:chgData name="Sebastian Schaffenroth" userId="83ba2d4c-f1cc-45fa-9036-06081a77fcd1" providerId="ADAL" clId="{4D37B2C4-4F2E-4289-A4AF-AB276F417013}" dt="2026-09-16T06:53:37.284" v="142" actId="122"/>
          <ac:spMkLst>
            <pc:docMk/>
            <pc:sldMk cId="4184142780" sldId="261"/>
            <ac:spMk id="7" creationId="{A0947C61-FCCA-09C9-77F3-40DFD72AF807}"/>
          </ac:spMkLst>
        </pc:spChg>
      </pc:sldChg>
      <pc:sldChg chg="addSp delSp modSp new mod">
        <pc:chgData name="Sebastian Schaffenroth" userId="83ba2d4c-f1cc-45fa-9036-06081a77fcd1" providerId="ADAL" clId="{4D37B2C4-4F2E-4289-A4AF-AB276F417013}" dt="2026-09-15T19:04:17.707" v="51"/>
        <pc:sldMkLst>
          <pc:docMk/>
          <pc:sldMk cId="156517629" sldId="272"/>
        </pc:sldMkLst>
        <pc:spChg chg="mod">
          <ac:chgData name="Sebastian Schaffenroth" userId="83ba2d4c-f1cc-45fa-9036-06081a77fcd1" providerId="ADAL" clId="{4D37B2C4-4F2E-4289-A4AF-AB276F417013}" dt="2026-09-15T19:04:01.549" v="49" actId="20577"/>
          <ac:spMkLst>
            <pc:docMk/>
            <pc:sldMk cId="156517629" sldId="272"/>
            <ac:spMk id="2" creationId="{181411CF-3781-1F3B-0C67-EDD7605AE0B0}"/>
          </ac:spMkLst>
        </pc:spChg>
        <pc:spChg chg="del">
          <ac:chgData name="Sebastian Schaffenroth" userId="83ba2d4c-f1cc-45fa-9036-06081a77fcd1" providerId="ADAL" clId="{4D37B2C4-4F2E-4289-A4AF-AB276F417013}" dt="2026-09-15T19:04:16.587" v="50" actId="478"/>
          <ac:spMkLst>
            <pc:docMk/>
            <pc:sldMk cId="156517629" sldId="272"/>
            <ac:spMk id="3" creationId="{17462D75-AEF6-0125-0CD2-931B39CD77BB}"/>
          </ac:spMkLst>
        </pc:spChg>
        <pc:spChg chg="add mod">
          <ac:chgData name="Sebastian Schaffenroth" userId="83ba2d4c-f1cc-45fa-9036-06081a77fcd1" providerId="ADAL" clId="{4D37B2C4-4F2E-4289-A4AF-AB276F417013}" dt="2026-09-15T19:04:17.707" v="51"/>
          <ac:spMkLst>
            <pc:docMk/>
            <pc:sldMk cId="156517629" sldId="272"/>
            <ac:spMk id="5" creationId="{2FDE8111-041D-72FB-802F-A245DE6F742D}"/>
          </ac:spMkLst>
        </pc:spChg>
        <pc:spChg chg="add mod">
          <ac:chgData name="Sebastian Schaffenroth" userId="83ba2d4c-f1cc-45fa-9036-06081a77fcd1" providerId="ADAL" clId="{4D37B2C4-4F2E-4289-A4AF-AB276F417013}" dt="2026-09-15T19:04:17.707" v="51"/>
          <ac:spMkLst>
            <pc:docMk/>
            <pc:sldMk cId="156517629" sldId="272"/>
            <ac:spMk id="6" creationId="{956BF650-4953-FAA0-78CC-CAA467031C83}"/>
          </ac:spMkLst>
        </pc:spChg>
        <pc:spChg chg="add mod">
          <ac:chgData name="Sebastian Schaffenroth" userId="83ba2d4c-f1cc-45fa-9036-06081a77fcd1" providerId="ADAL" clId="{4D37B2C4-4F2E-4289-A4AF-AB276F417013}" dt="2026-09-15T19:04:17.707" v="51"/>
          <ac:spMkLst>
            <pc:docMk/>
            <pc:sldMk cId="156517629" sldId="272"/>
            <ac:spMk id="7" creationId="{56C6267F-9AF1-3ED3-EC90-50C5F1E14042}"/>
          </ac:spMkLst>
        </pc:spChg>
        <pc:spChg chg="add mod">
          <ac:chgData name="Sebastian Schaffenroth" userId="83ba2d4c-f1cc-45fa-9036-06081a77fcd1" providerId="ADAL" clId="{4D37B2C4-4F2E-4289-A4AF-AB276F417013}" dt="2026-09-15T19:04:17.707" v="51"/>
          <ac:spMkLst>
            <pc:docMk/>
            <pc:sldMk cId="156517629" sldId="272"/>
            <ac:spMk id="8" creationId="{A97D35EB-95D4-3858-5E59-6AA0B09D1E39}"/>
          </ac:spMkLst>
        </pc:spChg>
        <pc:spChg chg="add mod">
          <ac:chgData name="Sebastian Schaffenroth" userId="83ba2d4c-f1cc-45fa-9036-06081a77fcd1" providerId="ADAL" clId="{4D37B2C4-4F2E-4289-A4AF-AB276F417013}" dt="2026-09-15T19:04:17.707" v="51"/>
          <ac:spMkLst>
            <pc:docMk/>
            <pc:sldMk cId="156517629" sldId="272"/>
            <ac:spMk id="9" creationId="{1B3302B0-127B-C031-4E12-87780956E764}"/>
          </ac:spMkLst>
        </pc:spChg>
        <pc:spChg chg="add mod">
          <ac:chgData name="Sebastian Schaffenroth" userId="83ba2d4c-f1cc-45fa-9036-06081a77fcd1" providerId="ADAL" clId="{4D37B2C4-4F2E-4289-A4AF-AB276F417013}" dt="2026-09-15T19:04:17.707" v="51"/>
          <ac:spMkLst>
            <pc:docMk/>
            <pc:sldMk cId="156517629" sldId="272"/>
            <ac:spMk id="10" creationId="{566F1FF5-6390-03A3-8B37-2AB6AEBC719C}"/>
          </ac:spMkLst>
        </pc:spChg>
        <pc:spChg chg="add mod">
          <ac:chgData name="Sebastian Schaffenroth" userId="83ba2d4c-f1cc-45fa-9036-06081a77fcd1" providerId="ADAL" clId="{4D37B2C4-4F2E-4289-A4AF-AB276F417013}" dt="2026-09-15T19:04:17.707" v="51"/>
          <ac:spMkLst>
            <pc:docMk/>
            <pc:sldMk cId="156517629" sldId="272"/>
            <ac:spMk id="11" creationId="{7BE0E5A6-EB38-2EBC-9038-44FC2D367E13}"/>
          </ac:spMkLst>
        </pc:spChg>
        <pc:spChg chg="add mod">
          <ac:chgData name="Sebastian Schaffenroth" userId="83ba2d4c-f1cc-45fa-9036-06081a77fcd1" providerId="ADAL" clId="{4D37B2C4-4F2E-4289-A4AF-AB276F417013}" dt="2026-09-15T19:04:17.707" v="51"/>
          <ac:spMkLst>
            <pc:docMk/>
            <pc:sldMk cId="156517629" sldId="272"/>
            <ac:spMk id="12" creationId="{31B372A4-A08A-10DB-6886-90FC5F9F71AD}"/>
          </ac:spMkLst>
        </pc:spChg>
        <pc:spChg chg="add mod">
          <ac:chgData name="Sebastian Schaffenroth" userId="83ba2d4c-f1cc-45fa-9036-06081a77fcd1" providerId="ADAL" clId="{4D37B2C4-4F2E-4289-A4AF-AB276F417013}" dt="2026-09-15T19:04:17.707" v="51"/>
          <ac:spMkLst>
            <pc:docMk/>
            <pc:sldMk cId="156517629" sldId="272"/>
            <ac:spMk id="13" creationId="{7A23BDE8-BE2F-75A7-E829-BE173069595F}"/>
          </ac:spMkLst>
        </pc:spChg>
        <pc:spChg chg="add mod">
          <ac:chgData name="Sebastian Schaffenroth" userId="83ba2d4c-f1cc-45fa-9036-06081a77fcd1" providerId="ADAL" clId="{4D37B2C4-4F2E-4289-A4AF-AB276F417013}" dt="2026-09-15T19:04:17.707" v="51"/>
          <ac:spMkLst>
            <pc:docMk/>
            <pc:sldMk cId="156517629" sldId="272"/>
            <ac:spMk id="14" creationId="{0ACB3393-68EC-D148-2BEE-2F2B4733BEED}"/>
          </ac:spMkLst>
        </pc:spChg>
        <pc:spChg chg="add mod">
          <ac:chgData name="Sebastian Schaffenroth" userId="83ba2d4c-f1cc-45fa-9036-06081a77fcd1" providerId="ADAL" clId="{4D37B2C4-4F2E-4289-A4AF-AB276F417013}" dt="2026-09-15T19:04:17.707" v="51"/>
          <ac:spMkLst>
            <pc:docMk/>
            <pc:sldMk cId="156517629" sldId="272"/>
            <ac:spMk id="15" creationId="{31161BC6-5A23-D4DE-0EEF-6321A45E1EF6}"/>
          </ac:spMkLst>
        </pc:spChg>
        <pc:spChg chg="add mod">
          <ac:chgData name="Sebastian Schaffenroth" userId="83ba2d4c-f1cc-45fa-9036-06081a77fcd1" providerId="ADAL" clId="{4D37B2C4-4F2E-4289-A4AF-AB276F417013}" dt="2026-09-15T19:04:17.707" v="51"/>
          <ac:spMkLst>
            <pc:docMk/>
            <pc:sldMk cId="156517629" sldId="272"/>
            <ac:spMk id="16" creationId="{962113B2-9727-FD3A-69D3-8F01F4D1EA55}"/>
          </ac:spMkLst>
        </pc:spChg>
        <pc:spChg chg="add mod">
          <ac:chgData name="Sebastian Schaffenroth" userId="83ba2d4c-f1cc-45fa-9036-06081a77fcd1" providerId="ADAL" clId="{4D37B2C4-4F2E-4289-A4AF-AB276F417013}" dt="2026-09-15T19:04:17.707" v="51"/>
          <ac:spMkLst>
            <pc:docMk/>
            <pc:sldMk cId="156517629" sldId="272"/>
            <ac:spMk id="17" creationId="{B49756EC-9C1A-D4B7-1A96-05B83B8B9082}"/>
          </ac:spMkLst>
        </pc:spChg>
        <pc:spChg chg="add mod">
          <ac:chgData name="Sebastian Schaffenroth" userId="83ba2d4c-f1cc-45fa-9036-06081a77fcd1" providerId="ADAL" clId="{4D37B2C4-4F2E-4289-A4AF-AB276F417013}" dt="2026-09-15T19:04:17.707" v="51"/>
          <ac:spMkLst>
            <pc:docMk/>
            <pc:sldMk cId="156517629" sldId="272"/>
            <ac:spMk id="18" creationId="{9F093E59-A67E-CE00-4BE1-F905078BDCB8}"/>
          </ac:spMkLst>
        </pc:spChg>
        <pc:spChg chg="add mod">
          <ac:chgData name="Sebastian Schaffenroth" userId="83ba2d4c-f1cc-45fa-9036-06081a77fcd1" providerId="ADAL" clId="{4D37B2C4-4F2E-4289-A4AF-AB276F417013}" dt="2026-09-15T19:04:17.707" v="51"/>
          <ac:spMkLst>
            <pc:docMk/>
            <pc:sldMk cId="156517629" sldId="272"/>
            <ac:spMk id="19" creationId="{6ABB1315-E6EE-513A-885C-B1ECDF99C873}"/>
          </ac:spMkLst>
        </pc:spChg>
        <pc:spChg chg="add mod">
          <ac:chgData name="Sebastian Schaffenroth" userId="83ba2d4c-f1cc-45fa-9036-06081a77fcd1" providerId="ADAL" clId="{4D37B2C4-4F2E-4289-A4AF-AB276F417013}" dt="2026-09-15T19:04:17.707" v="51"/>
          <ac:spMkLst>
            <pc:docMk/>
            <pc:sldMk cId="156517629" sldId="272"/>
            <ac:spMk id="20" creationId="{8B2538CC-7C40-D69E-1CF4-205F5EB57599}"/>
          </ac:spMkLst>
        </pc:spChg>
        <pc:spChg chg="add mod">
          <ac:chgData name="Sebastian Schaffenroth" userId="83ba2d4c-f1cc-45fa-9036-06081a77fcd1" providerId="ADAL" clId="{4D37B2C4-4F2E-4289-A4AF-AB276F417013}" dt="2026-09-15T19:04:17.707" v="51"/>
          <ac:spMkLst>
            <pc:docMk/>
            <pc:sldMk cId="156517629" sldId="272"/>
            <ac:spMk id="21" creationId="{878AD75F-E164-46D0-7443-67151ED3668C}"/>
          </ac:spMkLst>
        </pc:spChg>
      </pc:sldChg>
      <pc:sldChg chg="addSp delSp modSp new mod">
        <pc:chgData name="Sebastian Schaffenroth" userId="83ba2d4c-f1cc-45fa-9036-06081a77fcd1" providerId="ADAL" clId="{4D37B2C4-4F2E-4289-A4AF-AB276F417013}" dt="2026-09-15T19:08:08.604" v="96" actId="14100"/>
        <pc:sldMkLst>
          <pc:docMk/>
          <pc:sldMk cId="1542483335" sldId="273"/>
        </pc:sldMkLst>
        <pc:spChg chg="mod">
          <ac:chgData name="Sebastian Schaffenroth" userId="83ba2d4c-f1cc-45fa-9036-06081a77fcd1" providerId="ADAL" clId="{4D37B2C4-4F2E-4289-A4AF-AB276F417013}" dt="2026-09-15T19:05:03.669" v="77" actId="20577"/>
          <ac:spMkLst>
            <pc:docMk/>
            <pc:sldMk cId="1542483335" sldId="273"/>
            <ac:spMk id="2" creationId="{A0CF3EEE-EAF4-E75B-7351-DDA238220F11}"/>
          </ac:spMkLst>
        </pc:spChg>
        <pc:spChg chg="del">
          <ac:chgData name="Sebastian Schaffenroth" userId="83ba2d4c-f1cc-45fa-9036-06081a77fcd1" providerId="ADAL" clId="{4D37B2C4-4F2E-4289-A4AF-AB276F417013}" dt="2026-09-15T19:06:30.138" v="80"/>
          <ac:spMkLst>
            <pc:docMk/>
            <pc:sldMk cId="1542483335" sldId="273"/>
            <ac:spMk id="3" creationId="{73A5751A-7E7C-9A51-1688-9949BFBFA5ED}"/>
          </ac:spMkLst>
        </pc:spChg>
        <pc:spChg chg="add del mod">
          <ac:chgData name="Sebastian Schaffenroth" userId="83ba2d4c-f1cc-45fa-9036-06081a77fcd1" providerId="ADAL" clId="{4D37B2C4-4F2E-4289-A4AF-AB276F417013}" dt="2026-09-15T19:06:42.776" v="85" actId="478"/>
          <ac:spMkLst>
            <pc:docMk/>
            <pc:sldMk cId="1542483335" sldId="273"/>
            <ac:spMk id="5" creationId="{42675F10-2695-87B4-C576-97F212CFF8AB}"/>
          </ac:spMkLst>
        </pc:spChg>
        <pc:spChg chg="add del mod">
          <ac:chgData name="Sebastian Schaffenroth" userId="83ba2d4c-f1cc-45fa-9036-06081a77fcd1" providerId="ADAL" clId="{4D37B2C4-4F2E-4289-A4AF-AB276F417013}" dt="2026-09-15T19:06:43.484" v="86" actId="478"/>
          <ac:spMkLst>
            <pc:docMk/>
            <pc:sldMk cId="1542483335" sldId="273"/>
            <ac:spMk id="6" creationId="{DC7A3AED-A4A9-C8FE-291C-DEE54F037319}"/>
          </ac:spMkLst>
        </pc:spChg>
        <pc:spChg chg="add mod">
          <ac:chgData name="Sebastian Schaffenroth" userId="83ba2d4c-f1cc-45fa-9036-06081a77fcd1" providerId="ADAL" clId="{4D37B2C4-4F2E-4289-A4AF-AB276F417013}" dt="2026-09-15T19:04:54.367" v="53"/>
          <ac:spMkLst>
            <pc:docMk/>
            <pc:sldMk cId="1542483335" sldId="273"/>
            <ac:spMk id="7" creationId="{ACFC0136-2789-0256-F137-FAD02E3D624D}"/>
          </ac:spMkLst>
        </pc:spChg>
        <pc:spChg chg="add mod">
          <ac:chgData name="Sebastian Schaffenroth" userId="83ba2d4c-f1cc-45fa-9036-06081a77fcd1" providerId="ADAL" clId="{4D37B2C4-4F2E-4289-A4AF-AB276F417013}" dt="2026-09-15T19:04:54.367" v="53"/>
          <ac:spMkLst>
            <pc:docMk/>
            <pc:sldMk cId="1542483335" sldId="273"/>
            <ac:spMk id="8" creationId="{07C53CCD-D1A9-0075-EE16-25EBCCE4925F}"/>
          </ac:spMkLst>
        </pc:spChg>
        <pc:spChg chg="add del mod">
          <ac:chgData name="Sebastian Schaffenroth" userId="83ba2d4c-f1cc-45fa-9036-06081a77fcd1" providerId="ADAL" clId="{4D37B2C4-4F2E-4289-A4AF-AB276F417013}" dt="2026-09-15T19:06:27.259" v="78" actId="478"/>
          <ac:spMkLst>
            <pc:docMk/>
            <pc:sldMk cId="1542483335" sldId="273"/>
            <ac:spMk id="9" creationId="{C09D431D-339E-3AF5-36BB-75C9D93C6A3C}"/>
          </ac:spMkLst>
        </pc:spChg>
        <pc:spChg chg="add del mod">
          <ac:chgData name="Sebastian Schaffenroth" userId="83ba2d4c-f1cc-45fa-9036-06081a77fcd1" providerId="ADAL" clId="{4D37B2C4-4F2E-4289-A4AF-AB276F417013}" dt="2026-09-15T19:06:28.527" v="79" actId="478"/>
          <ac:spMkLst>
            <pc:docMk/>
            <pc:sldMk cId="1542483335" sldId="273"/>
            <ac:spMk id="10" creationId="{40BB4AC8-9CF0-B042-3D85-E3E0545DA84A}"/>
          </ac:spMkLst>
        </pc:spChg>
        <pc:spChg chg="add mod">
          <ac:chgData name="Sebastian Schaffenroth" userId="83ba2d4c-f1cc-45fa-9036-06081a77fcd1" providerId="ADAL" clId="{4D37B2C4-4F2E-4289-A4AF-AB276F417013}" dt="2026-09-15T19:04:54.367" v="53"/>
          <ac:spMkLst>
            <pc:docMk/>
            <pc:sldMk cId="1542483335" sldId="273"/>
            <ac:spMk id="11" creationId="{4FF8F265-6F67-D689-D7EE-FADC4227A74E}"/>
          </ac:spMkLst>
        </pc:spChg>
        <pc:spChg chg="add mod">
          <ac:chgData name="Sebastian Schaffenroth" userId="83ba2d4c-f1cc-45fa-9036-06081a77fcd1" providerId="ADAL" clId="{4D37B2C4-4F2E-4289-A4AF-AB276F417013}" dt="2026-09-15T19:04:54.367" v="53"/>
          <ac:spMkLst>
            <pc:docMk/>
            <pc:sldMk cId="1542483335" sldId="273"/>
            <ac:spMk id="12" creationId="{28E1DC9A-1657-C8DB-237B-0D4674A5168B}"/>
          </ac:spMkLst>
        </pc:spChg>
        <pc:spChg chg="add del mod">
          <ac:chgData name="Sebastian Schaffenroth" userId="83ba2d4c-f1cc-45fa-9036-06081a77fcd1" providerId="ADAL" clId="{4D37B2C4-4F2E-4289-A4AF-AB276F417013}" dt="2026-09-15T19:07:58.312" v="89" actId="478"/>
          <ac:spMkLst>
            <pc:docMk/>
            <pc:sldMk cId="1542483335" sldId="273"/>
            <ac:spMk id="13" creationId="{E28E4DD4-D7E6-63B2-C0FE-7D34D2A6476D}"/>
          </ac:spMkLst>
        </pc:spChg>
        <pc:spChg chg="add del mod">
          <ac:chgData name="Sebastian Schaffenroth" userId="83ba2d4c-f1cc-45fa-9036-06081a77fcd1" providerId="ADAL" clId="{4D37B2C4-4F2E-4289-A4AF-AB276F417013}" dt="2026-09-15T19:07:59.538" v="90" actId="478"/>
          <ac:spMkLst>
            <pc:docMk/>
            <pc:sldMk cId="1542483335" sldId="273"/>
            <ac:spMk id="14" creationId="{00A21F20-361E-DA71-3DCE-9757D173874A}"/>
          </ac:spMkLst>
        </pc:spChg>
        <pc:spChg chg="add mod">
          <ac:chgData name="Sebastian Schaffenroth" userId="83ba2d4c-f1cc-45fa-9036-06081a77fcd1" providerId="ADAL" clId="{4D37B2C4-4F2E-4289-A4AF-AB276F417013}" dt="2026-09-15T19:04:54.367" v="53"/>
          <ac:spMkLst>
            <pc:docMk/>
            <pc:sldMk cId="1542483335" sldId="273"/>
            <ac:spMk id="15" creationId="{9A3D7384-C0B6-F64F-9A9C-10815972453F}"/>
          </ac:spMkLst>
        </pc:spChg>
        <pc:spChg chg="add mod">
          <ac:chgData name="Sebastian Schaffenroth" userId="83ba2d4c-f1cc-45fa-9036-06081a77fcd1" providerId="ADAL" clId="{4D37B2C4-4F2E-4289-A4AF-AB276F417013}" dt="2026-09-15T19:04:54.367" v="53"/>
          <ac:spMkLst>
            <pc:docMk/>
            <pc:sldMk cId="1542483335" sldId="273"/>
            <ac:spMk id="16" creationId="{1689051E-6C66-CB71-C503-5E32F1266DED}"/>
          </ac:spMkLst>
        </pc:spChg>
        <pc:spChg chg="add mod">
          <ac:chgData name="Sebastian Schaffenroth" userId="83ba2d4c-f1cc-45fa-9036-06081a77fcd1" providerId="ADAL" clId="{4D37B2C4-4F2E-4289-A4AF-AB276F417013}" dt="2026-09-15T19:04:54.367" v="53"/>
          <ac:spMkLst>
            <pc:docMk/>
            <pc:sldMk cId="1542483335" sldId="273"/>
            <ac:spMk id="17" creationId="{3BB2D8E5-829E-257D-8B89-BC09605A6438}"/>
          </ac:spMkLst>
        </pc:spChg>
        <pc:picChg chg="add mod">
          <ac:chgData name="Sebastian Schaffenroth" userId="83ba2d4c-f1cc-45fa-9036-06081a77fcd1" providerId="ADAL" clId="{4D37B2C4-4F2E-4289-A4AF-AB276F417013}" dt="2026-09-15T19:06:47.239" v="88" actId="1076"/>
          <ac:picMkLst>
            <pc:docMk/>
            <pc:sldMk cId="1542483335" sldId="273"/>
            <ac:picMk id="18" creationId="{36E118B9-DFDA-2A2E-06ED-DFC7C2548E3F}"/>
          </ac:picMkLst>
        </pc:picChg>
        <pc:picChg chg="add mod">
          <ac:chgData name="Sebastian Schaffenroth" userId="83ba2d4c-f1cc-45fa-9036-06081a77fcd1" providerId="ADAL" clId="{4D37B2C4-4F2E-4289-A4AF-AB276F417013}" dt="2026-09-15T19:06:37.019" v="84" actId="1076"/>
          <ac:picMkLst>
            <pc:docMk/>
            <pc:sldMk cId="1542483335" sldId="273"/>
            <ac:picMk id="1026" creationId="{46F561D5-5679-4E08-7119-5ADCC880E9A3}"/>
          </ac:picMkLst>
        </pc:picChg>
        <pc:picChg chg="add mod">
          <ac:chgData name="Sebastian Schaffenroth" userId="83ba2d4c-f1cc-45fa-9036-06081a77fcd1" providerId="ADAL" clId="{4D37B2C4-4F2E-4289-A4AF-AB276F417013}" dt="2026-09-15T19:08:08.604" v="96" actId="14100"/>
          <ac:picMkLst>
            <pc:docMk/>
            <pc:sldMk cId="1542483335" sldId="273"/>
            <ac:picMk id="1028" creationId="{AD539BA1-075E-A4B7-C2C9-43764A557B8F}"/>
          </ac:picMkLst>
        </pc:picChg>
      </pc:sldChg>
      <pc:sldChg chg="addSp delSp modSp new mod">
        <pc:chgData name="Sebastian Schaffenroth" userId="83ba2d4c-f1cc-45fa-9036-06081a77fcd1" providerId="ADAL" clId="{4D37B2C4-4F2E-4289-A4AF-AB276F417013}" dt="2026-09-15T19:08:57.387" v="129" actId="20577"/>
        <pc:sldMkLst>
          <pc:docMk/>
          <pc:sldMk cId="2254505104" sldId="274"/>
        </pc:sldMkLst>
        <pc:spChg chg="mod">
          <ac:chgData name="Sebastian Schaffenroth" userId="83ba2d4c-f1cc-45fa-9036-06081a77fcd1" providerId="ADAL" clId="{4D37B2C4-4F2E-4289-A4AF-AB276F417013}" dt="2026-09-15T19:08:57.387" v="129" actId="20577"/>
          <ac:spMkLst>
            <pc:docMk/>
            <pc:sldMk cId="2254505104" sldId="274"/>
            <ac:spMk id="2" creationId="{2BEEE310-0B50-59C6-4925-9EFFA2A181F6}"/>
          </ac:spMkLst>
        </pc:spChg>
        <pc:spChg chg="del">
          <ac:chgData name="Sebastian Schaffenroth" userId="83ba2d4c-f1cc-45fa-9036-06081a77fcd1" providerId="ADAL" clId="{4D37B2C4-4F2E-4289-A4AF-AB276F417013}" dt="2026-09-15T19:08:50.346" v="98" actId="478"/>
          <ac:spMkLst>
            <pc:docMk/>
            <pc:sldMk cId="2254505104" sldId="274"/>
            <ac:spMk id="3" creationId="{C1FBE159-4329-63BC-53A5-E2AAA20BCA0F}"/>
          </ac:spMkLst>
        </pc:spChg>
        <pc:spChg chg="add mod">
          <ac:chgData name="Sebastian Schaffenroth" userId="83ba2d4c-f1cc-45fa-9036-06081a77fcd1" providerId="ADAL" clId="{4D37B2C4-4F2E-4289-A4AF-AB276F417013}" dt="2026-09-15T19:08:51.309" v="99"/>
          <ac:spMkLst>
            <pc:docMk/>
            <pc:sldMk cId="2254505104" sldId="274"/>
            <ac:spMk id="5" creationId="{7DF1E345-8E38-3B79-1AE4-6BA974C4CF98}"/>
          </ac:spMkLst>
        </pc:spChg>
        <pc:spChg chg="add mod">
          <ac:chgData name="Sebastian Schaffenroth" userId="83ba2d4c-f1cc-45fa-9036-06081a77fcd1" providerId="ADAL" clId="{4D37B2C4-4F2E-4289-A4AF-AB276F417013}" dt="2026-09-15T19:08:51.309" v="99"/>
          <ac:spMkLst>
            <pc:docMk/>
            <pc:sldMk cId="2254505104" sldId="274"/>
            <ac:spMk id="6" creationId="{206112B4-1B17-72BF-D85C-89E2E769BAEC}"/>
          </ac:spMkLst>
        </pc:spChg>
        <pc:spChg chg="add mod">
          <ac:chgData name="Sebastian Schaffenroth" userId="83ba2d4c-f1cc-45fa-9036-06081a77fcd1" providerId="ADAL" clId="{4D37B2C4-4F2E-4289-A4AF-AB276F417013}" dt="2026-09-15T19:08:51.309" v="99"/>
          <ac:spMkLst>
            <pc:docMk/>
            <pc:sldMk cId="2254505104" sldId="274"/>
            <ac:spMk id="7" creationId="{0D59A241-1E7E-3B3E-CDD3-D25C76B73560}"/>
          </ac:spMkLst>
        </pc:spChg>
        <pc:spChg chg="add mod">
          <ac:chgData name="Sebastian Schaffenroth" userId="83ba2d4c-f1cc-45fa-9036-06081a77fcd1" providerId="ADAL" clId="{4D37B2C4-4F2E-4289-A4AF-AB276F417013}" dt="2026-09-15T19:08:51.309" v="99"/>
          <ac:spMkLst>
            <pc:docMk/>
            <pc:sldMk cId="2254505104" sldId="274"/>
            <ac:spMk id="8" creationId="{6424A248-FFF6-D6B3-95CC-F694421E8B86}"/>
          </ac:spMkLst>
        </pc:spChg>
        <pc:spChg chg="add mod">
          <ac:chgData name="Sebastian Schaffenroth" userId="83ba2d4c-f1cc-45fa-9036-06081a77fcd1" providerId="ADAL" clId="{4D37B2C4-4F2E-4289-A4AF-AB276F417013}" dt="2026-09-15T19:08:51.309" v="99"/>
          <ac:spMkLst>
            <pc:docMk/>
            <pc:sldMk cId="2254505104" sldId="274"/>
            <ac:spMk id="9" creationId="{605F95ED-68F0-4031-1B05-98B4F1396DA7}"/>
          </ac:spMkLst>
        </pc:spChg>
        <pc:spChg chg="add mod">
          <ac:chgData name="Sebastian Schaffenroth" userId="83ba2d4c-f1cc-45fa-9036-06081a77fcd1" providerId="ADAL" clId="{4D37B2C4-4F2E-4289-A4AF-AB276F417013}" dt="2026-09-15T19:08:51.309" v="99"/>
          <ac:spMkLst>
            <pc:docMk/>
            <pc:sldMk cId="2254505104" sldId="274"/>
            <ac:spMk id="10" creationId="{40F4DAFA-3FED-FD9A-4803-4B2021FB662C}"/>
          </ac:spMkLst>
        </pc:spChg>
        <pc:spChg chg="add mod">
          <ac:chgData name="Sebastian Schaffenroth" userId="83ba2d4c-f1cc-45fa-9036-06081a77fcd1" providerId="ADAL" clId="{4D37B2C4-4F2E-4289-A4AF-AB276F417013}" dt="2026-09-15T19:08:51.309" v="99"/>
          <ac:spMkLst>
            <pc:docMk/>
            <pc:sldMk cId="2254505104" sldId="274"/>
            <ac:spMk id="11" creationId="{25AB98EF-4D5B-38D1-D2EE-58E95116C209}"/>
          </ac:spMkLst>
        </pc:spChg>
        <pc:spChg chg="add mod">
          <ac:chgData name="Sebastian Schaffenroth" userId="83ba2d4c-f1cc-45fa-9036-06081a77fcd1" providerId="ADAL" clId="{4D37B2C4-4F2E-4289-A4AF-AB276F417013}" dt="2026-09-15T19:08:51.309" v="99"/>
          <ac:spMkLst>
            <pc:docMk/>
            <pc:sldMk cId="2254505104" sldId="274"/>
            <ac:spMk id="12" creationId="{AC1A1A69-0527-98C6-C64D-EC6B4800C4BD}"/>
          </ac:spMkLst>
        </pc:spChg>
      </pc:sldChg>
    </pc:docChg>
  </pc:docChgLst>
  <pc:docChgLst>
    <pc:chgData name="Sebastian Schaffenroth" userId="83ba2d4c-f1cc-45fa-9036-06081a77fcd1" providerId="ADAL" clId="{F2154472-16D7-46D5-B8D0-F8FEF091E191}"/>
    <pc:docChg chg="undo custSel addSld modSld sldOrd">
      <pc:chgData name="Sebastian Schaffenroth" userId="83ba2d4c-f1cc-45fa-9036-06081a77fcd1" providerId="ADAL" clId="{F2154472-16D7-46D5-B8D0-F8FEF091E191}" dt="2026-09-16T10:05:38.343" v="215" actId="1076"/>
      <pc:docMkLst>
        <pc:docMk/>
      </pc:docMkLst>
      <pc:sldChg chg="modSp mod">
        <pc:chgData name="Sebastian Schaffenroth" userId="83ba2d4c-f1cc-45fa-9036-06081a77fcd1" providerId="ADAL" clId="{F2154472-16D7-46D5-B8D0-F8FEF091E191}" dt="2026-09-15T11:19:55.605" v="110" actId="27636"/>
        <pc:sldMkLst>
          <pc:docMk/>
          <pc:sldMk cId="4189326565" sldId="259"/>
        </pc:sldMkLst>
        <pc:spChg chg="mod">
          <ac:chgData name="Sebastian Schaffenroth" userId="83ba2d4c-f1cc-45fa-9036-06081a77fcd1" providerId="ADAL" clId="{F2154472-16D7-46D5-B8D0-F8FEF091E191}" dt="2026-09-15T11:19:55.605" v="110" actId="27636"/>
          <ac:spMkLst>
            <pc:docMk/>
            <pc:sldMk cId="4189326565" sldId="259"/>
            <ac:spMk id="3" creationId="{9796D000-9A8B-F5BB-753F-3C2C0C3CB029}"/>
          </ac:spMkLst>
        </pc:spChg>
      </pc:sldChg>
      <pc:sldChg chg="modSp mod">
        <pc:chgData name="Sebastian Schaffenroth" userId="83ba2d4c-f1cc-45fa-9036-06081a77fcd1" providerId="ADAL" clId="{F2154472-16D7-46D5-B8D0-F8FEF091E191}" dt="2026-09-16T10:05:38.343" v="215" actId="1076"/>
        <pc:sldMkLst>
          <pc:docMk/>
          <pc:sldMk cId="1152738064" sldId="268"/>
        </pc:sldMkLst>
        <pc:picChg chg="mod">
          <ac:chgData name="Sebastian Schaffenroth" userId="83ba2d4c-f1cc-45fa-9036-06081a77fcd1" providerId="ADAL" clId="{F2154472-16D7-46D5-B8D0-F8FEF091E191}" dt="2026-09-16T10:05:38.343" v="215" actId="1076"/>
          <ac:picMkLst>
            <pc:docMk/>
            <pc:sldMk cId="1152738064" sldId="268"/>
            <ac:picMk id="10" creationId="{10C31A2B-9D9B-1D77-7B43-D56C94C9DCFC}"/>
          </ac:picMkLst>
        </pc:picChg>
      </pc:sldChg>
      <pc:sldChg chg="modSp new mod ord">
        <pc:chgData name="Sebastian Schaffenroth" userId="83ba2d4c-f1cc-45fa-9036-06081a77fcd1" providerId="ADAL" clId="{F2154472-16D7-46D5-B8D0-F8FEF091E191}" dt="2026-09-15T12:03:33.376" v="211" actId="5793"/>
        <pc:sldMkLst>
          <pc:docMk/>
          <pc:sldMk cId="2200719402" sldId="271"/>
        </pc:sldMkLst>
        <pc:spChg chg="mod">
          <ac:chgData name="Sebastian Schaffenroth" userId="83ba2d4c-f1cc-45fa-9036-06081a77fcd1" providerId="ADAL" clId="{F2154472-16D7-46D5-B8D0-F8FEF091E191}" dt="2026-09-15T12:03:33.376" v="211" actId="5793"/>
          <ac:spMkLst>
            <pc:docMk/>
            <pc:sldMk cId="2200719402" sldId="271"/>
            <ac:spMk id="3" creationId="{6559E9C4-1560-187A-6337-E0A95D498C3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05D51D2-ADCD-4092-BFAC-B3B920D83F85}" type="datetime1">
              <a:rPr lang="de-DE" smtClean="0"/>
              <a:t>16.09.2026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B53ADFC-ABB8-401A-BB24-33FDAFEDCEB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32493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noProof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3EE615-04DF-4142-8B33-EF0FCE4F93E5}" type="datetime1">
              <a:rPr lang="de-DE" smtClean="0"/>
              <a:pPr/>
              <a:t>16.09.2026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-DE" noProof="0"/>
              <a:t>Textmasterformate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725628-3A68-42F4-BA86-981817953149}" type="slidenum">
              <a:rPr lang="de-DE" noProof="0" smtClean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fik 17" descr="Ein Bild, das weiß, Design, Kunst enthält.&#10;&#10;KI-generierte Inhalte können fehlerhaft sein.">
            <a:extLst>
              <a:ext uri="{FF2B5EF4-FFF2-40B4-BE49-F238E27FC236}">
                <a16:creationId xmlns:a16="http://schemas.microsoft.com/office/drawing/2014/main" id="{DBD8102E-E41E-1226-5FCC-07A17AF777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27"/>
          <a:stretch/>
        </p:blipFill>
        <p:spPr>
          <a:xfrm>
            <a:off x="0" y="0"/>
            <a:ext cx="12192000" cy="699135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D026FA2-D656-5742-A409-0FD791FF48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" y="1801653"/>
            <a:ext cx="8735060" cy="228314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1A2D62C-011C-421D-A137-5CDD11ADFC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140" y="4188778"/>
            <a:ext cx="873506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52309768-3AB1-C2F3-0AF1-DE2EAC4825BB}"/>
              </a:ext>
            </a:extLst>
          </p:cNvPr>
          <p:cNvCxnSpPr>
            <a:cxnSpLocks/>
          </p:cNvCxnSpPr>
          <p:nvPr userDrawn="1"/>
        </p:nvCxnSpPr>
        <p:spPr>
          <a:xfrm>
            <a:off x="358140" y="4139407"/>
            <a:ext cx="5334000" cy="0"/>
          </a:xfrm>
          <a:prstGeom prst="line">
            <a:avLst/>
          </a:prstGeom>
          <a:ln w="28575" cap="rnd">
            <a:solidFill>
              <a:srgbClr val="FF7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19A9DA63-AB07-ECFA-6D56-3DE755E1BA41}"/>
              </a:ext>
            </a:extLst>
          </p:cNvPr>
          <p:cNvSpPr/>
          <p:nvPr userDrawn="1"/>
        </p:nvSpPr>
        <p:spPr>
          <a:xfrm>
            <a:off x="8111537" y="6044596"/>
            <a:ext cx="3022900" cy="61621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räne 4">
            <a:extLst>
              <a:ext uri="{FF2B5EF4-FFF2-40B4-BE49-F238E27FC236}">
                <a16:creationId xmlns:a16="http://schemas.microsoft.com/office/drawing/2014/main" id="{C7AC6466-164E-CD8B-9243-EAB9F6107127}"/>
              </a:ext>
            </a:extLst>
          </p:cNvPr>
          <p:cNvSpPr/>
          <p:nvPr userDrawn="1"/>
        </p:nvSpPr>
        <p:spPr>
          <a:xfrm>
            <a:off x="9397013" y="5018928"/>
            <a:ext cx="1016143" cy="1016143"/>
          </a:xfrm>
          <a:prstGeom prst="teardrop">
            <a:avLst/>
          </a:prstGeom>
          <a:solidFill>
            <a:srgbClr val="CD1313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: obere Ecken abgerundet 5">
            <a:extLst>
              <a:ext uri="{FF2B5EF4-FFF2-40B4-BE49-F238E27FC236}">
                <a16:creationId xmlns:a16="http://schemas.microsoft.com/office/drawing/2014/main" id="{67E45C4F-6AC9-81FE-9FB6-4F5396A27C54}"/>
              </a:ext>
            </a:extLst>
          </p:cNvPr>
          <p:cNvSpPr/>
          <p:nvPr userDrawn="1"/>
        </p:nvSpPr>
        <p:spPr>
          <a:xfrm rot="5400000">
            <a:off x="9852780" y="4762939"/>
            <a:ext cx="1842033" cy="7212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F990C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räne 6">
            <a:extLst>
              <a:ext uri="{FF2B5EF4-FFF2-40B4-BE49-F238E27FC236}">
                <a16:creationId xmlns:a16="http://schemas.microsoft.com/office/drawing/2014/main" id="{59C12670-0B71-961E-622A-BDBA91DA679A}"/>
              </a:ext>
            </a:extLst>
          </p:cNvPr>
          <p:cNvSpPr/>
          <p:nvPr userDrawn="1"/>
        </p:nvSpPr>
        <p:spPr>
          <a:xfrm>
            <a:off x="11134437" y="3973644"/>
            <a:ext cx="1842034" cy="1842034"/>
          </a:xfrm>
          <a:prstGeom prst="teardrop">
            <a:avLst/>
          </a:prstGeom>
          <a:solidFill>
            <a:srgbClr val="1943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räne 8">
            <a:extLst>
              <a:ext uri="{FF2B5EF4-FFF2-40B4-BE49-F238E27FC236}">
                <a16:creationId xmlns:a16="http://schemas.microsoft.com/office/drawing/2014/main" id="{834475F0-DE9C-7713-DF73-43F9397771FB}"/>
              </a:ext>
            </a:extLst>
          </p:cNvPr>
          <p:cNvSpPr/>
          <p:nvPr userDrawn="1"/>
        </p:nvSpPr>
        <p:spPr>
          <a:xfrm rot="16200000">
            <a:off x="11134437" y="5815678"/>
            <a:ext cx="1133763" cy="1133763"/>
          </a:xfrm>
          <a:prstGeom prst="teardrop">
            <a:avLst/>
          </a:prstGeom>
          <a:solidFill>
            <a:srgbClr val="0F990C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CF954D0-37F6-2F2C-66E6-31263A2696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6690" y="399119"/>
            <a:ext cx="8321964" cy="974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471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8">
          <p15:clr>
            <a:srgbClr val="FBAE40"/>
          </p15:clr>
        </p15:guide>
        <p15:guide id="2" pos="588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fik 19" descr="Ein Bild, das weiß, Design, Kunst enthält.&#10;&#10;KI-generierte Inhalte können fehlerhaft sein.">
            <a:extLst>
              <a:ext uri="{FF2B5EF4-FFF2-40B4-BE49-F238E27FC236}">
                <a16:creationId xmlns:a16="http://schemas.microsoft.com/office/drawing/2014/main" id="{4CD12FE6-BACC-8D6C-9611-18479E6042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27"/>
          <a:stretch/>
        </p:blipFill>
        <p:spPr>
          <a:xfrm>
            <a:off x="0" y="0"/>
            <a:ext cx="12192000" cy="6991350"/>
          </a:xfrm>
          <a:prstGeom prst="rect">
            <a:avLst/>
          </a:prstGeom>
        </p:spPr>
      </p:pic>
      <p:sp>
        <p:nvSpPr>
          <p:cNvPr id="21" name="Rechteck 20">
            <a:extLst>
              <a:ext uri="{FF2B5EF4-FFF2-40B4-BE49-F238E27FC236}">
                <a16:creationId xmlns:a16="http://schemas.microsoft.com/office/drawing/2014/main" id="{E256F9DF-099C-5027-D9A5-DC9B379D3C4A}"/>
              </a:ext>
            </a:extLst>
          </p:cNvPr>
          <p:cNvSpPr/>
          <p:nvPr userDrawn="1"/>
        </p:nvSpPr>
        <p:spPr>
          <a:xfrm flipV="1">
            <a:off x="0" y="3342071"/>
            <a:ext cx="9372600" cy="258508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4338DFD7-58B3-4BAC-6325-1555006EFB38}"/>
              </a:ext>
            </a:extLst>
          </p:cNvPr>
          <p:cNvSpPr/>
          <p:nvPr userDrawn="1"/>
        </p:nvSpPr>
        <p:spPr>
          <a:xfrm flipV="1">
            <a:off x="0" y="3342071"/>
            <a:ext cx="9372600" cy="2585085"/>
          </a:xfrm>
          <a:prstGeom prst="rect">
            <a:avLst/>
          </a:prstGeom>
          <a:solidFill>
            <a:srgbClr val="C7CA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20946" y="3731322"/>
            <a:ext cx="9036513" cy="830581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algn="l">
              <a:defRPr sz="3600" b="1" spc="2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de-DE" noProof="0"/>
              <a:t>Mastertitelformat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45586" y="4705360"/>
            <a:ext cx="9036513" cy="1002020"/>
          </a:xfrm>
          <a:prstGeom prst="rect">
            <a:avLst/>
          </a:prstGeom>
        </p:spPr>
        <p:txBody>
          <a:bodyPr lIns="91440" rIns="91440" rtlCol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de-DE" noProof="0"/>
              <a:t>Master-Untertitelformat bearbeiten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51FBC56-60D7-4730-1A65-135F655549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6690" y="399119"/>
            <a:ext cx="8321964" cy="9746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iederung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F5831A71-98A1-CB88-1AC0-AE0D21D65980}"/>
              </a:ext>
            </a:extLst>
          </p:cNvPr>
          <p:cNvCxnSpPr>
            <a:cxnSpLocks/>
          </p:cNvCxnSpPr>
          <p:nvPr userDrawn="1"/>
        </p:nvCxnSpPr>
        <p:spPr>
          <a:xfrm>
            <a:off x="985419" y="1881487"/>
            <a:ext cx="2705100" cy="0"/>
          </a:xfrm>
          <a:prstGeom prst="line">
            <a:avLst/>
          </a:prstGeom>
          <a:ln w="28575" cap="rnd">
            <a:solidFill>
              <a:srgbClr val="FF93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C410E52D-A003-3CAC-08F2-8710D0B73F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85419" y="1513189"/>
            <a:ext cx="9720072" cy="3683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019C591D-864B-EE86-1040-91432FB76C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84884" y="1881321"/>
            <a:ext cx="9720071" cy="1008062"/>
          </a:xfrm>
          <a:prstGeom prst="rect">
            <a:avLst/>
          </a:prstGeom>
        </p:spPr>
        <p:txBody>
          <a:bodyPr/>
          <a:lstStyle>
            <a:lvl2pPr>
              <a:defRPr/>
            </a:lvl2pPr>
            <a:lvl3pPr marL="310896" indent="0">
              <a:buNone/>
              <a:defRPr/>
            </a:lvl3pPr>
          </a:lstStyle>
          <a:p>
            <a:pPr lvl="1"/>
            <a:r>
              <a:rPr lang="de-DE"/>
              <a:t>Zweite Ebene</a:t>
            </a:r>
          </a:p>
          <a:p>
            <a:pPr lvl="1"/>
            <a:endParaRPr lang="de-DE"/>
          </a:p>
        </p:txBody>
      </p: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0C3BC8E3-61C8-BD39-05E4-F8FA82E94583}"/>
              </a:ext>
            </a:extLst>
          </p:cNvPr>
          <p:cNvCxnSpPr>
            <a:cxnSpLocks/>
          </p:cNvCxnSpPr>
          <p:nvPr userDrawn="1"/>
        </p:nvCxnSpPr>
        <p:spPr>
          <a:xfrm>
            <a:off x="985419" y="3335168"/>
            <a:ext cx="2705100" cy="0"/>
          </a:xfrm>
          <a:prstGeom prst="line">
            <a:avLst/>
          </a:prstGeom>
          <a:ln w="28575" cap="rnd">
            <a:solidFill>
              <a:srgbClr val="FF93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platzhalter 27">
            <a:extLst>
              <a:ext uri="{FF2B5EF4-FFF2-40B4-BE49-F238E27FC236}">
                <a16:creationId xmlns:a16="http://schemas.microsoft.com/office/drawing/2014/main" id="{4A12A037-A41B-61EA-7502-2EF45D6D4F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85419" y="2966870"/>
            <a:ext cx="9719536" cy="3683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3" name="Textplatzhalter 29">
            <a:extLst>
              <a:ext uri="{FF2B5EF4-FFF2-40B4-BE49-F238E27FC236}">
                <a16:creationId xmlns:a16="http://schemas.microsoft.com/office/drawing/2014/main" id="{5BAD0ADE-435A-92A5-1EF2-3250A88132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84885" y="3335002"/>
            <a:ext cx="9719536" cy="1008062"/>
          </a:xfrm>
          <a:prstGeom prst="rect">
            <a:avLst/>
          </a:prstGeom>
        </p:spPr>
        <p:txBody>
          <a:bodyPr/>
          <a:lstStyle>
            <a:lvl2pPr>
              <a:defRPr/>
            </a:lvl2pPr>
            <a:lvl3pPr marL="310896" indent="0">
              <a:buNone/>
              <a:defRPr/>
            </a:lvl3pPr>
          </a:lstStyle>
          <a:p>
            <a:pPr lvl="1"/>
            <a:r>
              <a:rPr lang="de-DE"/>
              <a:t>Zweite Ebene</a:t>
            </a:r>
          </a:p>
          <a:p>
            <a:pPr lvl="1"/>
            <a:endParaRPr lang="de-DE"/>
          </a:p>
        </p:txBody>
      </p: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7065094F-5D4E-74D9-1D89-4DA6AABCAB49}"/>
              </a:ext>
            </a:extLst>
          </p:cNvPr>
          <p:cNvCxnSpPr>
            <a:cxnSpLocks/>
          </p:cNvCxnSpPr>
          <p:nvPr userDrawn="1"/>
        </p:nvCxnSpPr>
        <p:spPr>
          <a:xfrm>
            <a:off x="985419" y="4788849"/>
            <a:ext cx="2705100" cy="0"/>
          </a:xfrm>
          <a:prstGeom prst="line">
            <a:avLst/>
          </a:prstGeom>
          <a:ln w="28575" cap="rnd">
            <a:solidFill>
              <a:srgbClr val="FF93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platzhalter 27">
            <a:extLst>
              <a:ext uri="{FF2B5EF4-FFF2-40B4-BE49-F238E27FC236}">
                <a16:creationId xmlns:a16="http://schemas.microsoft.com/office/drawing/2014/main" id="{9CDD1638-0FD1-67CB-EA36-44A54652DC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85419" y="4420551"/>
            <a:ext cx="9719002" cy="3683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6" name="Textplatzhalter 29">
            <a:extLst>
              <a:ext uri="{FF2B5EF4-FFF2-40B4-BE49-F238E27FC236}">
                <a16:creationId xmlns:a16="http://schemas.microsoft.com/office/drawing/2014/main" id="{9B7DBD4D-0466-8C9E-D7A5-08646A94CA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4884" y="4788683"/>
            <a:ext cx="9719001" cy="1008062"/>
          </a:xfrm>
          <a:prstGeom prst="rect">
            <a:avLst/>
          </a:prstGeom>
        </p:spPr>
        <p:txBody>
          <a:bodyPr/>
          <a:lstStyle>
            <a:lvl2pPr>
              <a:defRPr/>
            </a:lvl2pPr>
            <a:lvl3pPr marL="310896" indent="0">
              <a:buNone/>
              <a:defRPr/>
            </a:lvl3pPr>
          </a:lstStyle>
          <a:p>
            <a:pPr lvl="1"/>
            <a:r>
              <a:rPr lang="de-DE"/>
              <a:t>Zweite Ebene</a:t>
            </a:r>
          </a:p>
          <a:p>
            <a:pPr lvl="1"/>
            <a:endParaRPr lang="de-DE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74954BE9-E2D0-524E-E425-AC2211C2D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5" name="Datumsplatzhalter 5">
            <a:extLst>
              <a:ext uri="{FF2B5EF4-FFF2-40B4-BE49-F238E27FC236}">
                <a16:creationId xmlns:a16="http://schemas.microsoft.com/office/drawing/2014/main" id="{C46098A6-555D-4262-0CC8-FDAA508FB3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5B2D88E6-A1D0-4AD3-BA41-A82541C3267E}" type="datetime1">
              <a:rPr lang="de-DE" smtClean="0"/>
              <a:t>16.09.2026</a:t>
            </a:fld>
            <a:endParaRPr lang="de-DE"/>
          </a:p>
        </p:txBody>
      </p:sp>
      <p:sp>
        <p:nvSpPr>
          <p:cNvPr id="8" name="Fußzeilenplatzhalter 6">
            <a:extLst>
              <a:ext uri="{FF2B5EF4-FFF2-40B4-BE49-F238E27FC236}">
                <a16:creationId xmlns:a16="http://schemas.microsoft.com/office/drawing/2014/main" id="{52D5CE9D-DF11-6622-4575-EF76E0AE5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Schaffenroth, Sebastian | Programmieren</a:t>
            </a:r>
          </a:p>
        </p:txBody>
      </p:sp>
      <p:sp>
        <p:nvSpPr>
          <p:cNvPr id="9" name="Foliennummernplatzhalter 7">
            <a:extLst>
              <a:ext uri="{FF2B5EF4-FFF2-40B4-BE49-F238E27FC236}">
                <a16:creationId xmlns:a16="http://schemas.microsoft.com/office/drawing/2014/main" id="{4CFF7114-95C6-3C55-2E17-BF2BC71D1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668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iederung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17BCCC-BA50-895D-7326-A1C75F1F0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67BDB177-C965-1AE1-3E0A-C77034C1DA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5B2D88E6-A1D0-4AD3-BA41-A82541C3267E}" type="datetime1">
              <a:rPr lang="de-DE" smtClean="0"/>
              <a:t>16.09.2026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5BB0536-8E22-33B0-CE98-8F463F1B8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Schaffenroth, Sebastian | Programmieren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80340307-21AD-0775-38EF-30459841E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C6D34F13-8D41-B937-54DE-7674A43E3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5456" y="2019335"/>
            <a:ext cx="5772192" cy="5173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0121BEB2-2FD6-F0FD-0457-C2ABCEA49D6B}"/>
              </a:ext>
            </a:extLst>
          </p:cNvPr>
          <p:cNvCxnSpPr>
            <a:cxnSpLocks/>
          </p:cNvCxnSpPr>
          <p:nvPr userDrawn="1"/>
        </p:nvCxnSpPr>
        <p:spPr>
          <a:xfrm>
            <a:off x="2270678" y="1835082"/>
            <a:ext cx="0" cy="885824"/>
          </a:xfrm>
          <a:prstGeom prst="line">
            <a:avLst/>
          </a:prstGeom>
          <a:ln w="38100" cap="rnd">
            <a:solidFill>
              <a:srgbClr val="FF7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2EFAB0C6-503A-C1B1-0317-D2145FAC0EB3}"/>
              </a:ext>
            </a:extLst>
          </p:cNvPr>
          <p:cNvSpPr txBox="1"/>
          <p:nvPr userDrawn="1"/>
        </p:nvSpPr>
        <p:spPr>
          <a:xfrm>
            <a:off x="1264837" y="1723996"/>
            <a:ext cx="115061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600" b="1">
                <a:solidFill>
                  <a:srgbClr val="FF7F00"/>
                </a:solidFill>
                <a:latin typeface="LMSans10-Regular"/>
              </a:rPr>
              <a:t>01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ACD874C5-6252-3A1D-2830-45B52B9F8B7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415456" y="3170341"/>
            <a:ext cx="5772192" cy="5173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E983AE0F-336F-D275-4E18-1F85D69F0E7D}"/>
              </a:ext>
            </a:extLst>
          </p:cNvPr>
          <p:cNvCxnSpPr>
            <a:cxnSpLocks/>
          </p:cNvCxnSpPr>
          <p:nvPr userDrawn="1"/>
        </p:nvCxnSpPr>
        <p:spPr>
          <a:xfrm>
            <a:off x="2270678" y="2986088"/>
            <a:ext cx="0" cy="885824"/>
          </a:xfrm>
          <a:prstGeom prst="line">
            <a:avLst/>
          </a:prstGeom>
          <a:ln w="38100"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C9B4C699-8EB5-F4FF-3048-DFCAE973A61D}"/>
              </a:ext>
            </a:extLst>
          </p:cNvPr>
          <p:cNvSpPr txBox="1"/>
          <p:nvPr userDrawn="1"/>
        </p:nvSpPr>
        <p:spPr>
          <a:xfrm>
            <a:off x="1264837" y="2875002"/>
            <a:ext cx="115061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600" b="1">
                <a:solidFill>
                  <a:schemeClr val="bg1">
                    <a:lumMod val="75000"/>
                  </a:schemeClr>
                </a:solidFill>
                <a:latin typeface="LMSans10-Regular"/>
              </a:rPr>
              <a:t>02</a:t>
            </a: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75BD7E31-E992-A161-81FB-80FCE9072BF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415456" y="4321347"/>
            <a:ext cx="5772192" cy="5173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8B8D0EEC-1766-370F-4CB3-EC7B6BA31DF2}"/>
              </a:ext>
            </a:extLst>
          </p:cNvPr>
          <p:cNvCxnSpPr>
            <a:cxnSpLocks/>
          </p:cNvCxnSpPr>
          <p:nvPr userDrawn="1"/>
        </p:nvCxnSpPr>
        <p:spPr>
          <a:xfrm>
            <a:off x="2270678" y="4137094"/>
            <a:ext cx="0" cy="885824"/>
          </a:xfrm>
          <a:prstGeom prst="line">
            <a:avLst/>
          </a:prstGeom>
          <a:ln w="38100"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95969B95-5FB2-23A2-F3B5-D3321E183C49}"/>
              </a:ext>
            </a:extLst>
          </p:cNvPr>
          <p:cNvSpPr txBox="1"/>
          <p:nvPr userDrawn="1"/>
        </p:nvSpPr>
        <p:spPr>
          <a:xfrm>
            <a:off x="1264837" y="4026008"/>
            <a:ext cx="115061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600" b="1">
                <a:solidFill>
                  <a:schemeClr val="bg1">
                    <a:lumMod val="75000"/>
                  </a:schemeClr>
                </a:solidFill>
                <a:latin typeface="LMSans10-Regular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69471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-Einbet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17BCCC-BA50-895D-7326-A1C75F1F0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67BDB177-C965-1AE1-3E0A-C77034C1DA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24CB6AD2-413F-4AB9-A47A-0E330C65B786}" type="datetime1">
              <a:rPr lang="de-DE" smtClean="0"/>
              <a:t>16.09.2026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5BB0536-8E22-33B0-CE98-8F463F1B8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Schaffenroth, Sebastian | Programmieren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80340307-21AD-0775-38EF-30459841E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470BD9E-D85D-8C77-B129-3B354B48BDFC}"/>
              </a:ext>
            </a:extLst>
          </p:cNvPr>
          <p:cNvSpPr/>
          <p:nvPr userDrawn="1"/>
        </p:nvSpPr>
        <p:spPr>
          <a:xfrm>
            <a:off x="929639" y="1413510"/>
            <a:ext cx="4937761" cy="40309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7A3ABD2-DF22-2096-5FFA-F0C15E9A3114}"/>
              </a:ext>
            </a:extLst>
          </p:cNvPr>
          <p:cNvSpPr txBox="1"/>
          <p:nvPr userDrawn="1"/>
        </p:nvSpPr>
        <p:spPr>
          <a:xfrm>
            <a:off x="419100" y="1413510"/>
            <a:ext cx="457200" cy="39703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de-DE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de-DE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de-DE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de-DE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de-DE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de-DE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de-DE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de-DE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de-DE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de-DE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de-DE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de-DE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de-DE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de-DE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6ED62C8D-DAFA-6CD9-032B-2719811D9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3460" y="1474172"/>
            <a:ext cx="4762500" cy="39096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latin typeface="Consolas" panose="020B06090202040302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689A4D81-2710-C76B-AE50-F243B68492F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24600" y="1413510"/>
            <a:ext cx="5448300" cy="46291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404907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E1E57D-A066-DB1E-6CFA-555D2557D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4A16788-64DA-8761-29A2-6993FF3FA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40615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4114386-59BC-35BF-7DC2-78E216E068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B31A16E5-DAB7-476F-ABBC-9B4B2EF12B62}" type="datetime1">
              <a:rPr lang="de-DE" smtClean="0"/>
              <a:t>16.09.2026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891EB95-9411-D182-24D2-3CF385709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Schaffenroth, Sebastian | Programmieren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27955CF-B30F-49A9-3883-6E3EC1DD2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6376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EE770E-B3FE-784F-04CB-9CE5E8DE5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25033B-4073-C08B-B939-39E8C97747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22BA1AD-D34F-5C46-6733-021A9F1DAB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AB082147-3174-BC7A-4A38-0F73ABC2B3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F6846A29-A99E-407E-919D-CAFB8EF79851}" type="datetime1">
              <a:rPr lang="de-DE" smtClean="0"/>
              <a:t>16.09.2026</a:t>
            </a:fld>
            <a:endParaRPr lang="de-DE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380FCD1F-DF92-DD5E-A67E-7E484E4ED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Schaffenroth, Sebastian | Programmieren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05C9AD4E-3755-7EFD-EB0E-A7B78E6E6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9047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AE401ED-7B9A-31AD-9700-B6F578A22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948ED95-B2B4-5BF6-4A79-BED6ED9AC8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66450FB-E994-9ECF-4D11-BD7B708DE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9A43200-3A87-45C7-BAC5-C7CEEF93E4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4BB61C0E-3EDD-DCAE-8064-4026820EF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Datumsplatzhalter 13">
            <a:extLst>
              <a:ext uri="{FF2B5EF4-FFF2-40B4-BE49-F238E27FC236}">
                <a16:creationId xmlns:a16="http://schemas.microsoft.com/office/drawing/2014/main" id="{E914F760-BA8C-FCFC-9B81-A28E6675BA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05C427E9-F640-4066-8A1A-E369756E934A}" type="datetime1">
              <a:rPr lang="de-DE" smtClean="0"/>
              <a:t>16.09.2026</a:t>
            </a:fld>
            <a:endParaRPr lang="de-DE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0F472136-3BFF-6DF8-6F21-11154B7E3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Schaffenroth, Sebastian | Programmieren</a:t>
            </a:r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544F3753-AFB7-A468-5335-A1D81C149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3133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17BCCC-BA50-895D-7326-A1C75F1F0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AAB2E684-1884-9997-9EEE-11A6EAFBC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7FCD0258-6618-4A2D-BDD5-6E568241F937}" type="datetime1">
              <a:rPr lang="de-DE" smtClean="0"/>
              <a:t>16.09.2026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F3D278AC-6940-E8B2-75F6-742CFA50A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Schaffenroth, Sebastian | Programmieren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B794A9E3-7037-5711-3B5A-34325FDEF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75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4302247-C990-A8E0-5621-2C04A984F7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C45447BE-A639-4F18-9307-2F0370689CF1}" type="datetime1">
              <a:rPr lang="de-DE" smtClean="0"/>
              <a:t>16.09.2026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9A842EB-AC25-E76A-6058-F190AD858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Schaffenroth, Sebastian | Programmieren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99D4A81-3024-444E-3B32-A0E0A35EC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8385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E6D59F0-C743-61B9-C470-43A5B7D51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6BC9B6E-7534-B635-8163-A7A31F40B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140615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7E78860-C0FB-A19C-5410-AD9AB82A4B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5C846E3-81AB-4F78-BF24-91734D5F4AA0}" type="datetime1">
              <a:rPr lang="de-DE" smtClean="0"/>
              <a:pPr/>
              <a:t>16.09.2026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423C8D-B465-A50C-7A22-C82EE2D041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[Name], [Vorname] | [Thema]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AC42C2-965D-1E67-E50A-5D3CBF48B1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0CEEB5B-480E-41B0-B966-BE6BA67822F8}" type="slidenum">
              <a:rPr lang="de-DE" smtClean="0"/>
              <a:pPr/>
              <a:t>‹#›</a:t>
            </a:fld>
            <a:endParaRPr lang="de-DE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B27C6E63-FCFF-4B99-B815-1EC0894A604C}"/>
              </a:ext>
            </a:extLst>
          </p:cNvPr>
          <p:cNvCxnSpPr>
            <a:cxnSpLocks/>
          </p:cNvCxnSpPr>
          <p:nvPr userDrawn="1"/>
        </p:nvCxnSpPr>
        <p:spPr>
          <a:xfrm>
            <a:off x="419100" y="866776"/>
            <a:ext cx="1226820" cy="0"/>
          </a:xfrm>
          <a:prstGeom prst="line">
            <a:avLst/>
          </a:prstGeom>
          <a:ln w="38100" cap="rnd">
            <a:solidFill>
              <a:srgbClr val="FF7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6BE44347-7A27-F5A2-264D-DD10D0824EBF}"/>
              </a:ext>
            </a:extLst>
          </p:cNvPr>
          <p:cNvCxnSpPr>
            <a:cxnSpLocks/>
          </p:cNvCxnSpPr>
          <p:nvPr userDrawn="1"/>
        </p:nvCxnSpPr>
        <p:spPr>
          <a:xfrm>
            <a:off x="121920" y="6478898"/>
            <a:ext cx="11955780" cy="0"/>
          </a:xfrm>
          <a:prstGeom prst="line">
            <a:avLst/>
          </a:prstGeom>
          <a:ln w="28575" cap="rnd">
            <a:solidFill>
              <a:srgbClr val="FF7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Grafik 10">
            <a:extLst>
              <a:ext uri="{FF2B5EF4-FFF2-40B4-BE49-F238E27FC236}">
                <a16:creationId xmlns:a16="http://schemas.microsoft.com/office/drawing/2014/main" id="{7E91C8DA-E196-28C9-DF5B-F2B4F9188B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189934" y="285563"/>
            <a:ext cx="2469527" cy="485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538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49" r:id="rId2"/>
    <p:sldLayoutId id="2147483661" r:id="rId3"/>
    <p:sldLayoutId id="2147483664" r:id="rId4"/>
    <p:sldLayoutId id="2147483665" r:id="rId5"/>
    <p:sldLayoutId id="2147483666" r:id="rId6"/>
    <p:sldLayoutId id="2147483668" r:id="rId7"/>
    <p:sldLayoutId id="2147483669" r:id="rId8"/>
    <p:sldLayoutId id="2147483670" r:id="rId9"/>
    <p:sldLayoutId id="2147483671" r:id="rId10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FF7F00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7F00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7F00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7F0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7F0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EE6C31-70E6-2DD3-D756-E460EDA3B1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Programmieren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200AD5F-F618-963F-FB0D-86EC62ADBC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Was ist Programmcode</a:t>
            </a:r>
          </a:p>
        </p:txBody>
      </p:sp>
    </p:spTree>
    <p:extLst>
      <p:ext uri="{BB962C8B-B14F-4D97-AF65-F5344CB8AC3E}">
        <p14:creationId xmlns:p14="http://schemas.microsoft.com/office/powerpoint/2010/main" val="492768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9C68FD-D014-91A9-9436-5E37437A1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Sebastian Schaffenroth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796D000-9A8B-F5BB-753F-3C2C0C3CB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406155"/>
            <a:ext cx="10515600" cy="4619088"/>
          </a:xfrm>
        </p:spPr>
        <p:txBody>
          <a:bodyPr>
            <a:normAutofit fontScale="92500" lnSpcReduction="10000"/>
          </a:bodyPr>
          <a:lstStyle/>
          <a:p>
            <a:r>
              <a:rPr lang="de-DE"/>
              <a:t>2011 – 2013 Siemens Technik Akademie  - Industrietechnologe</a:t>
            </a:r>
          </a:p>
          <a:p>
            <a:r>
              <a:rPr lang="de-DE"/>
              <a:t>2013 – 2017 OTH Amberg-Weiden – Bachelor/Master: IT und Automation</a:t>
            </a:r>
          </a:p>
          <a:p>
            <a:r>
              <a:rPr lang="de-DE"/>
              <a:t>2013 – 2017 Werksstudent bei Siemens: Steuerungstechnik und Softwareentwicklung</a:t>
            </a:r>
          </a:p>
          <a:p>
            <a:r>
              <a:rPr lang="de-DE"/>
              <a:t>2017 – 2025 Wiss. Mitarbeiter OTH-AW und Automation Institute Amberg (AIA)</a:t>
            </a:r>
          </a:p>
          <a:p>
            <a:pPr lvl="1"/>
            <a:r>
              <a:rPr lang="de-DE"/>
              <a:t>Linux-Kernel</a:t>
            </a:r>
          </a:p>
          <a:p>
            <a:pPr lvl="1"/>
            <a:r>
              <a:rPr lang="de-DE"/>
              <a:t>Smart Factory</a:t>
            </a:r>
          </a:p>
          <a:p>
            <a:pPr lvl="1"/>
            <a:r>
              <a:rPr lang="de-DE"/>
              <a:t>Modem-Entwicklung</a:t>
            </a:r>
          </a:p>
          <a:p>
            <a:pPr lvl="1"/>
            <a:r>
              <a:rPr lang="de-DE"/>
              <a:t>Internationale Konferenzen</a:t>
            </a:r>
          </a:p>
          <a:p>
            <a:r>
              <a:rPr lang="de-DE"/>
              <a:t>Seit 2025 Studienreferendar für Informatik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76977D4-304E-B18F-C8BB-599556F3B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Schaffenroth, Sebastian | Programmieren</a:t>
            </a:r>
          </a:p>
        </p:txBody>
      </p:sp>
    </p:spTree>
    <p:extLst>
      <p:ext uri="{BB962C8B-B14F-4D97-AF65-F5344CB8AC3E}">
        <p14:creationId xmlns:p14="http://schemas.microsoft.com/office/powerpoint/2010/main" val="4189326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1411CF-3781-1F3B-0C67-EDD7605AE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Gründe für Programme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A91559C-1884-3C65-CC1E-0AFE59850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Schaffenroth, Sebastian | Programmieren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FDE8111-041D-72FB-802F-A245DE6F742D}"/>
              </a:ext>
            </a:extLst>
          </p:cNvPr>
          <p:cNvSpPr/>
          <p:nvPr/>
        </p:nvSpPr>
        <p:spPr>
          <a:xfrm>
            <a:off x="640080" y="1417320"/>
            <a:ext cx="2560320" cy="3200400"/>
          </a:xfrm>
          <a:prstGeom prst="rect">
            <a:avLst/>
          </a:prstGeom>
          <a:noFill/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56BF650-4953-FAA0-78CC-CAA467031C83}"/>
              </a:ext>
            </a:extLst>
          </p:cNvPr>
          <p:cNvSpPr/>
          <p:nvPr/>
        </p:nvSpPr>
        <p:spPr>
          <a:xfrm>
            <a:off x="640080" y="1417320"/>
            <a:ext cx="2560320" cy="9144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56C6267F-9AF1-3ED3-EC90-50C5F1E14042}"/>
              </a:ext>
            </a:extLst>
          </p:cNvPr>
          <p:cNvSpPr txBox="1"/>
          <p:nvPr/>
        </p:nvSpPr>
        <p:spPr>
          <a:xfrm>
            <a:off x="804671" y="1691640"/>
            <a:ext cx="2231136" cy="734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E2841"/>
                </a:solidFill>
              </a:rPr>
              <a:t>Der Rechner macht,</a:t>
            </a:r>
          </a:p>
          <a:p>
            <a:pPr algn="l">
              <a:spcBef>
                <a:spcPts val="200"/>
              </a:spcBef>
            </a:pPr>
            <a:r>
              <a:rPr sz="1800" b="1" i="0">
                <a:solidFill>
                  <a:srgbClr val="0E2841"/>
                </a:solidFill>
              </a:rPr>
              <a:t>was Sie sagen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A97D35EB-95D4-3858-5E59-6AA0B09D1E39}"/>
              </a:ext>
            </a:extLst>
          </p:cNvPr>
          <p:cNvSpPr txBox="1"/>
          <p:nvPr/>
        </p:nvSpPr>
        <p:spPr>
          <a:xfrm>
            <a:off x="804671" y="2834640"/>
            <a:ext cx="2231136" cy="596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Nicht das, was der Hersteller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595959"/>
                </a:solidFill>
              </a:rPr>
              <a:t>vorgesehen hat.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B3302B0-127B-C031-4E12-87780956E764}"/>
              </a:ext>
            </a:extLst>
          </p:cNvPr>
          <p:cNvSpPr/>
          <p:nvPr/>
        </p:nvSpPr>
        <p:spPr>
          <a:xfrm>
            <a:off x="3429000" y="1417320"/>
            <a:ext cx="2560320" cy="3200400"/>
          </a:xfrm>
          <a:prstGeom prst="rect">
            <a:avLst/>
          </a:prstGeom>
          <a:noFill/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566F1FF5-6390-03A3-8B37-2AB6AEBC719C}"/>
              </a:ext>
            </a:extLst>
          </p:cNvPr>
          <p:cNvSpPr/>
          <p:nvPr/>
        </p:nvSpPr>
        <p:spPr>
          <a:xfrm>
            <a:off x="3429000" y="1417320"/>
            <a:ext cx="2560320" cy="9144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7BE0E5A6-EB38-2EBC-9038-44FC2D367E13}"/>
              </a:ext>
            </a:extLst>
          </p:cNvPr>
          <p:cNvSpPr txBox="1"/>
          <p:nvPr/>
        </p:nvSpPr>
        <p:spPr>
          <a:xfrm>
            <a:off x="3593592" y="1691640"/>
            <a:ext cx="2231136" cy="734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E2841"/>
                </a:solidFill>
              </a:rPr>
              <a:t>Einmal beschreiben,</a:t>
            </a:r>
          </a:p>
          <a:p>
            <a:pPr algn="l">
              <a:spcBef>
                <a:spcPts val="200"/>
              </a:spcBef>
            </a:pPr>
            <a:r>
              <a:rPr sz="1800" b="1" i="0">
                <a:solidFill>
                  <a:srgbClr val="0E2841"/>
                </a:solidFill>
              </a:rPr>
              <a:t>tausendmal ausführen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31B372A4-A08A-10DB-6886-90FC5F9F71AD}"/>
              </a:ext>
            </a:extLst>
          </p:cNvPr>
          <p:cNvSpPr txBox="1"/>
          <p:nvPr/>
        </p:nvSpPr>
        <p:spPr>
          <a:xfrm>
            <a:off x="3593592" y="2834640"/>
            <a:ext cx="2231136" cy="596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Was von Hand eine Woche dauert,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595959"/>
                </a:solidFill>
              </a:rPr>
              <a:t>läuft nachts durch.</a:t>
            </a: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7A23BDE8-BE2F-75A7-E829-BE173069595F}"/>
              </a:ext>
            </a:extLst>
          </p:cNvPr>
          <p:cNvSpPr/>
          <p:nvPr/>
        </p:nvSpPr>
        <p:spPr>
          <a:xfrm>
            <a:off x="6217920" y="1417320"/>
            <a:ext cx="2560320" cy="3200400"/>
          </a:xfrm>
          <a:prstGeom prst="rect">
            <a:avLst/>
          </a:prstGeom>
          <a:noFill/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0ACB3393-68EC-D148-2BEE-2F2B4733BEED}"/>
              </a:ext>
            </a:extLst>
          </p:cNvPr>
          <p:cNvSpPr/>
          <p:nvPr/>
        </p:nvSpPr>
        <p:spPr>
          <a:xfrm>
            <a:off x="6217920" y="1417320"/>
            <a:ext cx="2560320" cy="9144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31161BC6-5A23-D4DE-0EEF-6321A45E1EF6}"/>
              </a:ext>
            </a:extLst>
          </p:cNvPr>
          <p:cNvSpPr txBox="1"/>
          <p:nvPr/>
        </p:nvSpPr>
        <p:spPr>
          <a:xfrm>
            <a:off x="6382512" y="1691640"/>
            <a:ext cx="2231136" cy="734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E2841"/>
                </a:solidFill>
              </a:rPr>
              <a:t>Daten, die sonst</a:t>
            </a:r>
          </a:p>
          <a:p>
            <a:pPr algn="l">
              <a:spcBef>
                <a:spcPts val="200"/>
              </a:spcBef>
            </a:pPr>
            <a:r>
              <a:rPr sz="1800" b="1" i="0">
                <a:solidFill>
                  <a:srgbClr val="0E2841"/>
                </a:solidFill>
              </a:rPr>
              <a:t>niemand ansieht</a:t>
            </a: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962113B2-9727-FD3A-69D3-8F01F4D1EA55}"/>
              </a:ext>
            </a:extLst>
          </p:cNvPr>
          <p:cNvSpPr txBox="1"/>
          <p:nvPr/>
        </p:nvSpPr>
        <p:spPr>
          <a:xfrm>
            <a:off x="6382512" y="2834640"/>
            <a:ext cx="2231136" cy="1076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Messreihen, Logdateien, Protokolle —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595959"/>
                </a:solidFill>
              </a:rPr>
              <a:t>zu viel für Auge und Taschenrechner.</a:t>
            </a:r>
          </a:p>
        </p:txBody>
      </p:sp>
      <p:sp>
        <p:nvSpPr>
          <p:cNvPr id="17" name="Rectangle 14">
            <a:extLst>
              <a:ext uri="{FF2B5EF4-FFF2-40B4-BE49-F238E27FC236}">
                <a16:creationId xmlns:a16="http://schemas.microsoft.com/office/drawing/2014/main" id="{B49756EC-9C1A-D4B7-1A96-05B83B8B9082}"/>
              </a:ext>
            </a:extLst>
          </p:cNvPr>
          <p:cNvSpPr/>
          <p:nvPr/>
        </p:nvSpPr>
        <p:spPr>
          <a:xfrm>
            <a:off x="9006839" y="1417320"/>
            <a:ext cx="2560320" cy="3200400"/>
          </a:xfrm>
          <a:prstGeom prst="rect">
            <a:avLst/>
          </a:prstGeom>
          <a:noFill/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5">
            <a:extLst>
              <a:ext uri="{FF2B5EF4-FFF2-40B4-BE49-F238E27FC236}">
                <a16:creationId xmlns:a16="http://schemas.microsoft.com/office/drawing/2014/main" id="{9F093E59-A67E-CE00-4BE1-F905078BDCB8}"/>
              </a:ext>
            </a:extLst>
          </p:cNvPr>
          <p:cNvSpPr/>
          <p:nvPr/>
        </p:nvSpPr>
        <p:spPr>
          <a:xfrm>
            <a:off x="9006839" y="1417320"/>
            <a:ext cx="2560320" cy="9144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6ABB1315-E6EE-513A-885C-B1ECDF99C873}"/>
              </a:ext>
            </a:extLst>
          </p:cNvPr>
          <p:cNvSpPr txBox="1"/>
          <p:nvPr/>
        </p:nvSpPr>
        <p:spPr>
          <a:xfrm>
            <a:off x="9171431" y="1691640"/>
            <a:ext cx="2231136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E2841"/>
                </a:solidFill>
              </a:rPr>
              <a:t>KI wird programmiert</a:t>
            </a:r>
          </a:p>
        </p:txBody>
      </p:sp>
      <p:sp>
        <p:nvSpPr>
          <p:cNvPr id="20" name="TextBox 17">
            <a:extLst>
              <a:ext uri="{FF2B5EF4-FFF2-40B4-BE49-F238E27FC236}">
                <a16:creationId xmlns:a16="http://schemas.microsoft.com/office/drawing/2014/main" id="{8B2538CC-7C40-D69E-1CF4-205F5EB57599}"/>
              </a:ext>
            </a:extLst>
          </p:cNvPr>
          <p:cNvSpPr txBox="1"/>
          <p:nvPr/>
        </p:nvSpPr>
        <p:spPr>
          <a:xfrm>
            <a:off x="9171431" y="2834640"/>
            <a:ext cx="2231136" cy="596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Ein Modell ist kein Produkt,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595959"/>
                </a:solidFill>
              </a:rPr>
              <a:t>das man kauft und einschaltet.</a:t>
            </a:r>
          </a:p>
        </p:txBody>
      </p:sp>
      <p:sp>
        <p:nvSpPr>
          <p:cNvPr id="21" name="TextBox 18">
            <a:extLst>
              <a:ext uri="{FF2B5EF4-FFF2-40B4-BE49-F238E27FC236}">
                <a16:creationId xmlns:a16="http://schemas.microsoft.com/office/drawing/2014/main" id="{878AD75F-E164-46D0-7443-67151ED3668C}"/>
              </a:ext>
            </a:extLst>
          </p:cNvPr>
          <p:cNvSpPr txBox="1"/>
          <p:nvPr/>
        </p:nvSpPr>
        <p:spPr>
          <a:xfrm>
            <a:off x="640080" y="4892040"/>
            <a:ext cx="10607040" cy="434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E2841"/>
                </a:solidFill>
              </a:rPr>
              <a:t>Programmieren ist kein Fach für Informatiker. Es ist das Werkzeug, mit dem man eine Anlage befragt.</a:t>
            </a:r>
          </a:p>
        </p:txBody>
      </p:sp>
    </p:spTree>
    <p:extLst>
      <p:ext uri="{BB962C8B-B14F-4D97-AF65-F5344CB8AC3E}">
        <p14:creationId xmlns:p14="http://schemas.microsoft.com/office/powerpoint/2010/main" val="156517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CF3EEE-EAF4-E75B-7351-DDA238220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Wo überall Code steckt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E753992-871D-4876-677C-409DD0D1F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Schaffenroth, Sebastian | Programmieren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ACFC0136-2789-0256-F137-FAD02E3D624D}"/>
              </a:ext>
            </a:extLst>
          </p:cNvPr>
          <p:cNvSpPr txBox="1"/>
          <p:nvPr/>
        </p:nvSpPr>
        <p:spPr>
          <a:xfrm>
            <a:off x="640080" y="3703320"/>
            <a:ext cx="32918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0E2841"/>
                </a:solidFill>
              </a:rPr>
              <a:t>Produktion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07C53CCD-D1A9-0075-EE16-25EBCCE4925F}"/>
              </a:ext>
            </a:extLst>
          </p:cNvPr>
          <p:cNvSpPr txBox="1"/>
          <p:nvPr/>
        </p:nvSpPr>
        <p:spPr>
          <a:xfrm>
            <a:off x="640080" y="4480560"/>
            <a:ext cx="3291840" cy="964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</a:rPr>
              <a:t>- Steuerung, Regelung</a:t>
            </a:r>
          </a:p>
          <a:p>
            <a:pPr algn="l">
              <a:spcBef>
                <a:spcPts val="400"/>
              </a:spcBef>
            </a:pPr>
            <a:r>
              <a:rPr sz="1500" b="0" i="0">
                <a:solidFill>
                  <a:srgbClr val="595959"/>
                </a:solidFill>
              </a:rPr>
              <a:t>- Qualitätsprüfung</a:t>
            </a:r>
          </a:p>
          <a:p>
            <a:pPr algn="l">
              <a:spcBef>
                <a:spcPts val="400"/>
              </a:spcBef>
            </a:pPr>
            <a:r>
              <a:rPr sz="1500" b="0" i="0">
                <a:solidFill>
                  <a:srgbClr val="595959"/>
                </a:solidFill>
              </a:rPr>
              <a:t>- Wartungsplanung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4FF8F265-6F67-D689-D7EE-FADC4227A74E}"/>
              </a:ext>
            </a:extLst>
          </p:cNvPr>
          <p:cNvSpPr txBox="1"/>
          <p:nvPr/>
        </p:nvSpPr>
        <p:spPr>
          <a:xfrm>
            <a:off x="4434840" y="3703320"/>
            <a:ext cx="32918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0E2841"/>
                </a:solidFill>
              </a:rPr>
              <a:t>Fahrzeug und Medizin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28E1DC9A-1657-C8DB-237B-0D4674A5168B}"/>
              </a:ext>
            </a:extLst>
          </p:cNvPr>
          <p:cNvSpPr txBox="1"/>
          <p:nvPr/>
        </p:nvSpPr>
        <p:spPr>
          <a:xfrm>
            <a:off x="4434840" y="4480560"/>
            <a:ext cx="3291840" cy="964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</a:rPr>
              <a:t>- Steuergeräte, Sensorik</a:t>
            </a:r>
          </a:p>
          <a:p>
            <a:pPr algn="l">
              <a:spcBef>
                <a:spcPts val="400"/>
              </a:spcBef>
            </a:pPr>
            <a:r>
              <a:rPr sz="1500" b="0" i="0">
                <a:solidFill>
                  <a:srgbClr val="595959"/>
                </a:solidFill>
              </a:rPr>
              <a:t>- Bildauswertung</a:t>
            </a:r>
          </a:p>
          <a:p>
            <a:pPr algn="l">
              <a:spcBef>
                <a:spcPts val="400"/>
              </a:spcBef>
            </a:pPr>
            <a:r>
              <a:rPr sz="1500" b="0" i="0">
                <a:solidFill>
                  <a:srgbClr val="595959"/>
                </a:solidFill>
              </a:rPr>
              <a:t>- Sicherheitsfunktionen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9A3D7384-C0B6-F64F-9A9C-10815972453F}"/>
              </a:ext>
            </a:extLst>
          </p:cNvPr>
          <p:cNvSpPr txBox="1"/>
          <p:nvPr/>
        </p:nvSpPr>
        <p:spPr>
          <a:xfrm>
            <a:off x="8229600" y="3703320"/>
            <a:ext cx="32918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0E2841"/>
                </a:solidFill>
              </a:rPr>
              <a:t>Künstliche Intelligenz</a:t>
            </a: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1689051E-6C66-CB71-C503-5E32F1266DED}"/>
              </a:ext>
            </a:extLst>
          </p:cNvPr>
          <p:cNvSpPr txBox="1"/>
          <p:nvPr/>
        </p:nvSpPr>
        <p:spPr>
          <a:xfrm>
            <a:off x="8229600" y="4480560"/>
            <a:ext cx="3291840" cy="964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</a:rPr>
              <a:t>- Daten aufbereiten</a:t>
            </a:r>
          </a:p>
          <a:p>
            <a:pPr algn="l">
              <a:spcBef>
                <a:spcPts val="400"/>
              </a:spcBef>
            </a:pPr>
            <a:r>
              <a:rPr sz="1500" b="0" i="0">
                <a:solidFill>
                  <a:srgbClr val="595959"/>
                </a:solidFill>
              </a:rPr>
              <a:t>- Modelle trainieren</a:t>
            </a:r>
          </a:p>
          <a:p>
            <a:pPr algn="l">
              <a:spcBef>
                <a:spcPts val="400"/>
              </a:spcBef>
            </a:pPr>
            <a:r>
              <a:rPr sz="1500" b="0" i="0">
                <a:solidFill>
                  <a:srgbClr val="595959"/>
                </a:solidFill>
              </a:rPr>
              <a:t>- Ergebnisse prüfen</a:t>
            </a:r>
          </a:p>
        </p:txBody>
      </p:sp>
      <p:sp>
        <p:nvSpPr>
          <p:cNvPr id="17" name="Rectangle 14">
            <a:extLst>
              <a:ext uri="{FF2B5EF4-FFF2-40B4-BE49-F238E27FC236}">
                <a16:creationId xmlns:a16="http://schemas.microsoft.com/office/drawing/2014/main" id="{3BB2D8E5-829E-257D-8B89-BC09605A6438}"/>
              </a:ext>
            </a:extLst>
          </p:cNvPr>
          <p:cNvSpPr/>
          <p:nvPr/>
        </p:nvSpPr>
        <p:spPr>
          <a:xfrm>
            <a:off x="640080" y="5486400"/>
            <a:ext cx="10881360" cy="468375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400">
                <a:solidFill>
                  <a:srgbClr val="C00000"/>
                </a:solidFill>
              </a:rPr>
              <a:t>In allen drei Spalten steht Python oder C. Beides machen wir dieses Jahr.</a:t>
            </a:r>
          </a:p>
        </p:txBody>
      </p:sp>
      <p:pic>
        <p:nvPicPr>
          <p:cNvPr id="1026" name="Picture 2" descr="Skalierbar, flexibel, langlebig: Ansprüche an E/E-Architekturen im Auto">
            <a:extLst>
              <a:ext uri="{FF2B5EF4-FFF2-40B4-BE49-F238E27FC236}">
                <a16:creationId xmlns:a16="http://schemas.microsoft.com/office/drawing/2014/main" id="{46F561D5-5679-4E08-7119-5ADCC880E9A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8334" y="1758867"/>
            <a:ext cx="3175332" cy="1807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Roboter zerspanen neue Roboter-Bauteile bei KUKA | KUKA">
            <a:extLst>
              <a:ext uri="{FF2B5EF4-FFF2-40B4-BE49-F238E27FC236}">
                <a16:creationId xmlns:a16="http://schemas.microsoft.com/office/drawing/2014/main" id="{36E118B9-DFDA-2A2E-06ED-DFC7C2548E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317" y="1752986"/>
            <a:ext cx="3249083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euronale Netzwerke: Grundlagen und Anwendungen erklärt - INFORM">
            <a:extLst>
              <a:ext uri="{FF2B5EF4-FFF2-40B4-BE49-F238E27FC236}">
                <a16:creationId xmlns:a16="http://schemas.microsoft.com/office/drawing/2014/main" id="{AD539BA1-075E-A4B7-C2C9-43764A557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9839" y="1724887"/>
            <a:ext cx="3453427" cy="1807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2483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EEE310-0B50-59C6-4925-9EFFA2A18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Ein Beispiel aus dem Betrieb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DA40D8A-A17B-5818-EBC5-447B37C0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Schaffenroth, Sebastian | Programmieren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7DF1E345-8E38-3B79-1AE4-6BA974C4CF98}"/>
              </a:ext>
            </a:extLst>
          </p:cNvPr>
          <p:cNvSpPr txBox="1"/>
          <p:nvPr/>
        </p:nvSpPr>
        <p:spPr>
          <a:xfrm>
            <a:off x="640080" y="1325880"/>
            <a:ext cx="10881360" cy="434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0E2841"/>
                </a:solidFill>
              </a:rPr>
              <a:t>Ein Prüfplatz liefert 200 Spannungsmesswerte. Sollwert 5,00 V, erlaubt sind 0,15 V Abweichung.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06112B4-1B17-72BF-D85C-89E2E769BAEC}"/>
              </a:ext>
            </a:extLst>
          </p:cNvPr>
          <p:cNvSpPr/>
          <p:nvPr/>
        </p:nvSpPr>
        <p:spPr>
          <a:xfrm>
            <a:off x="640080" y="2057400"/>
            <a:ext cx="5029200" cy="2377440"/>
          </a:xfrm>
          <a:prstGeom prst="rect">
            <a:avLst/>
          </a:prstGeom>
          <a:noFill/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0D59A241-1E7E-3B3E-CDD3-D25C76B73560}"/>
              </a:ext>
            </a:extLst>
          </p:cNvPr>
          <p:cNvSpPr txBox="1"/>
          <p:nvPr/>
        </p:nvSpPr>
        <p:spPr>
          <a:xfrm>
            <a:off x="822960" y="2286000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595959"/>
                </a:solidFill>
              </a:rPr>
              <a:t>Von Hand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6424A248-FFF6-D6B3-95CC-F694421E8B86}"/>
              </a:ext>
            </a:extLst>
          </p:cNvPr>
          <p:cNvSpPr txBox="1"/>
          <p:nvPr/>
        </p:nvSpPr>
        <p:spPr>
          <a:xfrm>
            <a:off x="822960" y="2880360"/>
            <a:ext cx="4663440" cy="1341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</a:rPr>
              <a:t>- 200 Zeilen ablesen und vergleichen</a:t>
            </a:r>
          </a:p>
          <a:p>
            <a:pPr algn="l">
              <a:spcBef>
                <a:spcPts val="400"/>
              </a:spcBef>
            </a:pPr>
            <a:r>
              <a:rPr sz="1600" b="0" i="0">
                <a:solidFill>
                  <a:srgbClr val="595959"/>
                </a:solidFill>
              </a:rPr>
              <a:t>- eine gute Stunde</a:t>
            </a:r>
          </a:p>
          <a:p>
            <a:pPr algn="l">
              <a:spcBef>
                <a:spcPts val="400"/>
              </a:spcBef>
            </a:pPr>
            <a:r>
              <a:rPr sz="1600" b="0" i="0">
                <a:solidFill>
                  <a:srgbClr val="595959"/>
                </a:solidFill>
              </a:rPr>
              <a:t>- beim nächsten Los wieder von vorn</a:t>
            </a:r>
          </a:p>
          <a:p>
            <a:pPr algn="l">
              <a:spcBef>
                <a:spcPts val="400"/>
              </a:spcBef>
            </a:pPr>
            <a:r>
              <a:rPr sz="1600" b="0" i="0">
                <a:solidFill>
                  <a:srgbClr val="595959"/>
                </a:solidFill>
              </a:rPr>
              <a:t>- und irgendwann verrutscht eine Zeile</a:t>
            </a:r>
          </a:p>
        </p:txBody>
      </p:sp>
      <p:sp>
        <p:nvSpPr>
          <p:cNvPr id="9" name="Right Arrow 6">
            <a:extLst>
              <a:ext uri="{FF2B5EF4-FFF2-40B4-BE49-F238E27FC236}">
                <a16:creationId xmlns:a16="http://schemas.microsoft.com/office/drawing/2014/main" id="{605F95ED-68F0-4031-1B05-98B4F1396DA7}"/>
              </a:ext>
            </a:extLst>
          </p:cNvPr>
          <p:cNvSpPr/>
          <p:nvPr/>
        </p:nvSpPr>
        <p:spPr>
          <a:xfrm>
            <a:off x="5897880" y="3017520"/>
            <a:ext cx="822960" cy="685800"/>
          </a:xfrm>
          <a:prstGeom prst="rightArrow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40F4DAFA-3FED-FD9A-4803-4B2021FB662C}"/>
              </a:ext>
            </a:extLst>
          </p:cNvPr>
          <p:cNvSpPr/>
          <p:nvPr/>
        </p:nvSpPr>
        <p:spPr>
          <a:xfrm>
            <a:off x="6949440" y="2057400"/>
            <a:ext cx="4572000" cy="2377440"/>
          </a:xfrm>
          <a:prstGeom prst="rect">
            <a:avLst/>
          </a:prstGeom>
          <a:noFill/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25AB98EF-4D5B-38D1-D2EE-58E95116C209}"/>
              </a:ext>
            </a:extLst>
          </p:cNvPr>
          <p:cNvSpPr txBox="1"/>
          <p:nvPr/>
        </p:nvSpPr>
        <p:spPr>
          <a:xfrm>
            <a:off x="7132320" y="2286000"/>
            <a:ext cx="4206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56082"/>
                </a:solidFill>
              </a:rPr>
              <a:t>Mit zwölf Zeilen Code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AC1A1A69-0527-98C6-C64D-EC6B4800C4BD}"/>
              </a:ext>
            </a:extLst>
          </p:cNvPr>
          <p:cNvSpPr txBox="1"/>
          <p:nvPr/>
        </p:nvSpPr>
        <p:spPr>
          <a:xfrm>
            <a:off x="7132320" y="2880360"/>
            <a:ext cx="4206240" cy="1341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0E2841"/>
                </a:solidFill>
              </a:rPr>
              <a:t>- Datei einlesen</a:t>
            </a:r>
          </a:p>
          <a:p>
            <a:pPr algn="l">
              <a:spcBef>
                <a:spcPts val="400"/>
              </a:spcBef>
            </a:pPr>
            <a:r>
              <a:rPr sz="1600" b="0" i="0">
                <a:solidFill>
                  <a:srgbClr val="0E2841"/>
                </a:solidFill>
              </a:rPr>
              <a:t>- jeden Wert prüfen</a:t>
            </a:r>
          </a:p>
          <a:p>
            <a:pPr algn="l">
              <a:spcBef>
                <a:spcPts val="400"/>
              </a:spcBef>
            </a:pPr>
            <a:r>
              <a:rPr sz="1600" b="0" i="0">
                <a:solidFill>
                  <a:srgbClr val="0E2841"/>
                </a:solidFill>
              </a:rPr>
              <a:t>- Ausreißer ausgeben</a:t>
            </a:r>
          </a:p>
          <a:p>
            <a:pPr algn="l">
              <a:spcBef>
                <a:spcPts val="400"/>
              </a:spcBef>
            </a:pPr>
            <a:r>
              <a:rPr sz="1600" b="0" i="0">
                <a:solidFill>
                  <a:srgbClr val="0E2841"/>
                </a:solidFill>
              </a:rPr>
              <a:t>- läuft in einer Sekunde, jedes Mal gleich</a:t>
            </a:r>
          </a:p>
        </p:txBody>
      </p:sp>
    </p:spTree>
    <p:extLst>
      <p:ext uri="{BB962C8B-B14F-4D97-AF65-F5344CB8AC3E}">
        <p14:creationId xmlns:p14="http://schemas.microsoft.com/office/powerpoint/2010/main" val="2254505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7FA744-A7FC-5D50-FCCD-7399E8C52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Programmiersprache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D658029-B266-73DF-DC71-D53D87F1A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Schaffenroth, Sebastian | Programmieren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053B1987-A44F-3B5A-AEF0-7120488D9E23}"/>
              </a:ext>
            </a:extLst>
          </p:cNvPr>
          <p:cNvSpPr txBox="1">
            <a:spLocks/>
          </p:cNvSpPr>
          <p:nvPr/>
        </p:nvSpPr>
        <p:spPr>
          <a:xfrm>
            <a:off x="2415456" y="2019335"/>
            <a:ext cx="5772192" cy="51731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F7F00"/>
              </a:buClr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LMSans10-Regular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7F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MSans10-Regular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7F00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MSans10-Regular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7F0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MSans10-Regular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7F0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MSans10-Regular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Programmiersprachen</a:t>
            </a: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0E0A3B15-9820-4704-A3D1-1EC58946D239}"/>
              </a:ext>
            </a:extLst>
          </p:cNvPr>
          <p:cNvCxnSpPr>
            <a:cxnSpLocks/>
          </p:cNvCxnSpPr>
          <p:nvPr/>
        </p:nvCxnSpPr>
        <p:spPr>
          <a:xfrm>
            <a:off x="2270678" y="1835082"/>
            <a:ext cx="0" cy="885824"/>
          </a:xfrm>
          <a:prstGeom prst="line">
            <a:avLst/>
          </a:prstGeom>
          <a:ln w="38100" cap="rnd">
            <a:solidFill>
              <a:srgbClr val="FF7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A8ECDB72-10C6-268F-016E-8DD6DC165426}"/>
              </a:ext>
            </a:extLst>
          </p:cNvPr>
          <p:cNvSpPr txBox="1"/>
          <p:nvPr/>
        </p:nvSpPr>
        <p:spPr>
          <a:xfrm>
            <a:off x="1264837" y="1723996"/>
            <a:ext cx="115061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600" b="1">
                <a:solidFill>
                  <a:srgbClr val="FF7F00"/>
                </a:solidFill>
                <a:latin typeface="LMSans10-Regular"/>
              </a:rPr>
              <a:t>01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38DE02E9-A26C-FA44-00B6-F501172B4F88}"/>
              </a:ext>
            </a:extLst>
          </p:cNvPr>
          <p:cNvSpPr txBox="1">
            <a:spLocks/>
          </p:cNvSpPr>
          <p:nvPr/>
        </p:nvSpPr>
        <p:spPr>
          <a:xfrm>
            <a:off x="2415456" y="3170341"/>
            <a:ext cx="5772192" cy="51731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F7F00"/>
              </a:buClr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LMSans10-Regular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7F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MSans10-Regular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7F00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MSans10-Regular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7F0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MSans10-Regular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7F0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MSans10-Regular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Jahresüberblick</a:t>
            </a: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1E3227B6-DF2F-D065-DF95-EF54010460C2}"/>
              </a:ext>
            </a:extLst>
          </p:cNvPr>
          <p:cNvCxnSpPr>
            <a:cxnSpLocks/>
          </p:cNvCxnSpPr>
          <p:nvPr/>
        </p:nvCxnSpPr>
        <p:spPr>
          <a:xfrm>
            <a:off x="2270678" y="2986088"/>
            <a:ext cx="0" cy="885824"/>
          </a:xfrm>
          <a:prstGeom prst="line">
            <a:avLst/>
          </a:prstGeom>
          <a:ln w="38100"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344B52E6-9CFC-E48E-3849-98FCD8E67278}"/>
              </a:ext>
            </a:extLst>
          </p:cNvPr>
          <p:cNvSpPr txBox="1"/>
          <p:nvPr/>
        </p:nvSpPr>
        <p:spPr>
          <a:xfrm>
            <a:off x="1264837" y="2875002"/>
            <a:ext cx="115061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600" b="1">
                <a:solidFill>
                  <a:schemeClr val="bg1">
                    <a:lumMod val="75000"/>
                  </a:schemeClr>
                </a:solidFill>
                <a:latin typeface="LMSans10-Regular"/>
              </a:rPr>
              <a:t>02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E52CA200-C2F4-F0DF-BB25-943682AE40F5}"/>
              </a:ext>
            </a:extLst>
          </p:cNvPr>
          <p:cNvSpPr txBox="1">
            <a:spLocks/>
          </p:cNvSpPr>
          <p:nvPr/>
        </p:nvSpPr>
        <p:spPr>
          <a:xfrm>
            <a:off x="2415456" y="4321347"/>
            <a:ext cx="5772192" cy="51731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F7F00"/>
              </a:buClr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LMSans10-Regular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7F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MSans10-Regular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7F00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MSans10-Regular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7F0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MSans10-Regular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7F0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MSans10-Regular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First </a:t>
            </a:r>
            <a:r>
              <a:rPr lang="de-DE" err="1"/>
              <a:t>Steps</a:t>
            </a:r>
            <a:endParaRPr lang="de-DE"/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1D5CFEAC-958E-6E93-FAD2-CC4EB29DF533}"/>
              </a:ext>
            </a:extLst>
          </p:cNvPr>
          <p:cNvCxnSpPr>
            <a:cxnSpLocks/>
          </p:cNvCxnSpPr>
          <p:nvPr/>
        </p:nvCxnSpPr>
        <p:spPr>
          <a:xfrm>
            <a:off x="2270678" y="4137094"/>
            <a:ext cx="0" cy="885824"/>
          </a:xfrm>
          <a:prstGeom prst="line">
            <a:avLst/>
          </a:prstGeom>
          <a:ln w="38100"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64938B23-6D36-D463-C86B-1D3B336CA011}"/>
              </a:ext>
            </a:extLst>
          </p:cNvPr>
          <p:cNvSpPr txBox="1"/>
          <p:nvPr/>
        </p:nvSpPr>
        <p:spPr>
          <a:xfrm>
            <a:off x="1264837" y="4026008"/>
            <a:ext cx="115061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600" b="1">
                <a:solidFill>
                  <a:schemeClr val="bg1">
                    <a:lumMod val="75000"/>
                  </a:schemeClr>
                </a:solidFill>
                <a:latin typeface="LMSans10-Regular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061687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778F52-EB31-630F-215A-43DD6B225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559E9C4-1560-187A-6337-E0A95D498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Warum Programmieren/Anwendungen</a:t>
            </a:r>
          </a:p>
          <a:p>
            <a:r>
              <a:rPr lang="de-DE"/>
              <a:t>Wichtige Fachbegriffe</a:t>
            </a:r>
          </a:p>
          <a:p>
            <a:endParaRPr lang="de-DE"/>
          </a:p>
          <a:p>
            <a:pPr marL="0" indent="0">
              <a:buNone/>
            </a:pPr>
            <a:endParaRPr lang="de-DE"/>
          </a:p>
          <a:p>
            <a:r>
              <a:rPr lang="de-DE"/>
              <a:t>Leere Demo ins </a:t>
            </a:r>
            <a:r>
              <a:rPr lang="de-DE" err="1"/>
              <a:t>git</a:t>
            </a:r>
            <a:endParaRPr lang="de-DE"/>
          </a:p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41EE833-77A1-6BB4-5A4C-B6357F399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Schaffenroth, Sebastian | Programmieren</a:t>
            </a:r>
          </a:p>
        </p:txBody>
      </p:sp>
    </p:spTree>
    <p:extLst>
      <p:ext uri="{BB962C8B-B14F-4D97-AF65-F5344CB8AC3E}">
        <p14:creationId xmlns:p14="http://schemas.microsoft.com/office/powerpoint/2010/main" val="2200719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6AACD9-8A3A-F72B-C63A-0E7CC2BC1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3" y="275727"/>
            <a:ext cx="8107680" cy="517318"/>
          </a:xfrm>
        </p:spPr>
        <p:txBody>
          <a:bodyPr/>
          <a:lstStyle/>
          <a:p>
            <a:r>
              <a:rPr lang="de-DE"/>
              <a:t>Programmcode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BCFDBE1-5C06-B9CB-2256-A690CB241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Schaffenroth, Sebastian | Programmieren</a:t>
            </a:r>
          </a:p>
        </p:txBody>
      </p:sp>
      <p:pic>
        <p:nvPicPr>
          <p:cNvPr id="6" name="Grafik 5" descr="Ein Bild, das Person, Menschliches Gesicht, Kleidung, Wand enthält.&#10;&#10;Automatisch generierte Beschreibung">
            <a:extLst>
              <a:ext uri="{FF2B5EF4-FFF2-40B4-BE49-F238E27FC236}">
                <a16:creationId xmlns:a16="http://schemas.microsoft.com/office/drawing/2014/main" id="{ED400FE7-3BB3-B85F-2374-34357084E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0042" y="2080891"/>
            <a:ext cx="2086055" cy="3129082"/>
          </a:xfrm>
          <a:prstGeom prst="rect">
            <a:avLst/>
          </a:prstGeom>
        </p:spPr>
      </p:pic>
      <p:pic>
        <p:nvPicPr>
          <p:cNvPr id="8" name="Grafik 7" descr="Ein Bild, das Text, Elektronik, Im Haus, Computer enthält.&#10;&#10;Automatisch generierte Beschreibung">
            <a:extLst>
              <a:ext uri="{FF2B5EF4-FFF2-40B4-BE49-F238E27FC236}">
                <a16:creationId xmlns:a16="http://schemas.microsoft.com/office/drawing/2014/main" id="{DD4FAF6A-E829-328F-89E8-8C06B048C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47" y="1894056"/>
            <a:ext cx="3007313" cy="2005884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F70AEF3F-18D7-521F-670D-F3F0602FA84C}"/>
              </a:ext>
            </a:extLst>
          </p:cNvPr>
          <p:cNvSpPr txBox="1"/>
          <p:nvPr/>
        </p:nvSpPr>
        <p:spPr>
          <a:xfrm>
            <a:off x="1134927" y="1355639"/>
            <a:ext cx="19892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/>
              <a:t>Computer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7A50A324-DDBB-38FB-A2C4-A1C9AA957BB5}"/>
              </a:ext>
            </a:extLst>
          </p:cNvPr>
          <p:cNvSpPr txBox="1"/>
          <p:nvPr/>
        </p:nvSpPr>
        <p:spPr>
          <a:xfrm>
            <a:off x="9576834" y="1355639"/>
            <a:ext cx="15905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/>
              <a:t>Mensch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542B950-52C0-92C7-28F2-39C0EC3809BE}"/>
              </a:ext>
            </a:extLst>
          </p:cNvPr>
          <p:cNvSpPr txBox="1"/>
          <p:nvPr/>
        </p:nvSpPr>
        <p:spPr>
          <a:xfrm>
            <a:off x="759141" y="3825364"/>
            <a:ext cx="30203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/>
              <a:t>Maschinencode</a:t>
            </a:r>
          </a:p>
        </p:txBody>
      </p:sp>
      <p:pic>
        <p:nvPicPr>
          <p:cNvPr id="12" name="Grafik 11" descr="Ein Bild, das Muster, Stoff, Kunst enthält.&#10;&#10;Automatisch generierte Beschreibung">
            <a:extLst>
              <a:ext uri="{FF2B5EF4-FFF2-40B4-BE49-F238E27FC236}">
                <a16:creationId xmlns:a16="http://schemas.microsoft.com/office/drawing/2014/main" id="{DBE873C1-2579-705A-B4D9-46B8DAE4DF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539" y="4525280"/>
            <a:ext cx="2652727" cy="1772008"/>
          </a:xfrm>
          <a:prstGeom prst="rect">
            <a:avLst/>
          </a:prstGeom>
        </p:spPr>
      </p:pic>
      <p:sp>
        <p:nvSpPr>
          <p:cNvPr id="16" name="Pfeil: nach rechts 15">
            <a:extLst>
              <a:ext uri="{FF2B5EF4-FFF2-40B4-BE49-F238E27FC236}">
                <a16:creationId xmlns:a16="http://schemas.microsoft.com/office/drawing/2014/main" id="{840FD01E-A036-325E-7427-52FE6453EBE7}"/>
              </a:ext>
            </a:extLst>
          </p:cNvPr>
          <p:cNvSpPr/>
          <p:nvPr/>
        </p:nvSpPr>
        <p:spPr>
          <a:xfrm rot="9594696">
            <a:off x="4175070" y="2847511"/>
            <a:ext cx="4687715" cy="12631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Pfeil: nach rechts 16">
            <a:extLst>
              <a:ext uri="{FF2B5EF4-FFF2-40B4-BE49-F238E27FC236}">
                <a16:creationId xmlns:a16="http://schemas.microsoft.com/office/drawing/2014/main" id="{F34AA069-AF22-2806-AA5A-7D5BE95B79E2}"/>
              </a:ext>
            </a:extLst>
          </p:cNvPr>
          <p:cNvSpPr/>
          <p:nvPr/>
        </p:nvSpPr>
        <p:spPr>
          <a:xfrm rot="20465197">
            <a:off x="4852144" y="4417373"/>
            <a:ext cx="4687715" cy="12631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15C4C338-384B-3825-BECE-E78C302DDA75}"/>
              </a:ext>
            </a:extLst>
          </p:cNvPr>
          <p:cNvSpPr txBox="1"/>
          <p:nvPr/>
        </p:nvSpPr>
        <p:spPr>
          <a:xfrm>
            <a:off x="5311752" y="3711340"/>
            <a:ext cx="3051829" cy="134831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sz="2000"/>
              <a:t>- Abhängig von echter Hardware</a:t>
            </a:r>
          </a:p>
          <a:p>
            <a:r>
              <a:rPr lang="de-DE" sz="2000"/>
              <a:t>- Sehr aufwändig</a:t>
            </a:r>
          </a:p>
          <a:p>
            <a:r>
              <a:rPr lang="de-DE" sz="2000"/>
              <a:t>- Schlecht lesbar</a:t>
            </a:r>
          </a:p>
        </p:txBody>
      </p:sp>
    </p:spTree>
    <p:extLst>
      <p:ext uri="{BB962C8B-B14F-4D97-AF65-F5344CB8AC3E}">
        <p14:creationId xmlns:p14="http://schemas.microsoft.com/office/powerpoint/2010/main" val="1895751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6AACD9-8A3A-F72B-C63A-0E7CC2BC1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Programmcode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BCFDBE1-5C06-B9CB-2256-A690CB241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Schaffenroth, Sebastian | Programmieren</a:t>
            </a:r>
          </a:p>
        </p:txBody>
      </p:sp>
      <p:pic>
        <p:nvPicPr>
          <p:cNvPr id="6" name="Grafik 5" descr="Ein Bild, das Person, Menschliches Gesicht, Kleidung, Wand enthält.&#10;&#10;Automatisch generierte Beschreibung">
            <a:extLst>
              <a:ext uri="{FF2B5EF4-FFF2-40B4-BE49-F238E27FC236}">
                <a16:creationId xmlns:a16="http://schemas.microsoft.com/office/drawing/2014/main" id="{ED400FE7-3BB3-B85F-2374-34357084E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0042" y="2080891"/>
            <a:ext cx="2086055" cy="3129082"/>
          </a:xfrm>
          <a:prstGeom prst="rect">
            <a:avLst/>
          </a:prstGeom>
        </p:spPr>
      </p:pic>
      <p:pic>
        <p:nvPicPr>
          <p:cNvPr id="8" name="Grafik 7" descr="Ein Bild, das Text, Elektronik, Im Haus, Computer enthält.&#10;&#10;Automatisch generierte Beschreibung">
            <a:extLst>
              <a:ext uri="{FF2B5EF4-FFF2-40B4-BE49-F238E27FC236}">
                <a16:creationId xmlns:a16="http://schemas.microsoft.com/office/drawing/2014/main" id="{DD4FAF6A-E829-328F-89E8-8C06B048C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47" y="1894056"/>
            <a:ext cx="3007313" cy="2005884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F70AEF3F-18D7-521F-670D-F3F0602FA84C}"/>
              </a:ext>
            </a:extLst>
          </p:cNvPr>
          <p:cNvSpPr txBox="1"/>
          <p:nvPr/>
        </p:nvSpPr>
        <p:spPr>
          <a:xfrm>
            <a:off x="1134927" y="1355639"/>
            <a:ext cx="19892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/>
              <a:t>Computer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7A50A324-DDBB-38FB-A2C4-A1C9AA957BB5}"/>
              </a:ext>
            </a:extLst>
          </p:cNvPr>
          <p:cNvSpPr txBox="1"/>
          <p:nvPr/>
        </p:nvSpPr>
        <p:spPr>
          <a:xfrm>
            <a:off x="9576834" y="1355639"/>
            <a:ext cx="15905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/>
              <a:t>Mensch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542B950-52C0-92C7-28F2-39C0EC3809BE}"/>
              </a:ext>
            </a:extLst>
          </p:cNvPr>
          <p:cNvSpPr txBox="1"/>
          <p:nvPr/>
        </p:nvSpPr>
        <p:spPr>
          <a:xfrm>
            <a:off x="759141" y="3825364"/>
            <a:ext cx="30203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/>
              <a:t>Maschinencode</a:t>
            </a:r>
          </a:p>
        </p:txBody>
      </p:sp>
      <p:pic>
        <p:nvPicPr>
          <p:cNvPr id="12" name="Grafik 11" descr="Ein Bild, das Muster, Stoff, Kunst enthält.&#10;&#10;Automatisch generierte Beschreibung">
            <a:extLst>
              <a:ext uri="{FF2B5EF4-FFF2-40B4-BE49-F238E27FC236}">
                <a16:creationId xmlns:a16="http://schemas.microsoft.com/office/drawing/2014/main" id="{DBE873C1-2579-705A-B4D9-46B8DAE4DF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539" y="4525280"/>
            <a:ext cx="2652727" cy="1772008"/>
          </a:xfrm>
          <a:prstGeom prst="rect">
            <a:avLst/>
          </a:prstGeom>
        </p:spPr>
      </p:pic>
      <p:pic>
        <p:nvPicPr>
          <p:cNvPr id="5" name="Picture 2" descr="Ein Computerbildschirm mit einem Haufen Code darauf">
            <a:extLst>
              <a:ext uri="{FF2B5EF4-FFF2-40B4-BE49-F238E27FC236}">
                <a16:creationId xmlns:a16="http://schemas.microsoft.com/office/drawing/2014/main" id="{68E97878-1944-DF17-BDF4-6445FA690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2283" y="2763987"/>
            <a:ext cx="2613075" cy="1744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A0947C61-FCCA-09C9-77F3-40DFD72AF807}"/>
              </a:ext>
            </a:extLst>
          </p:cNvPr>
          <p:cNvSpPr txBox="1"/>
          <p:nvPr/>
        </p:nvSpPr>
        <p:spPr>
          <a:xfrm>
            <a:off x="4642365" y="1710759"/>
            <a:ext cx="403533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3200"/>
              <a:t>Programmiersprache/</a:t>
            </a:r>
            <a:br>
              <a:rPr lang="de-DE" sz="3200"/>
            </a:br>
            <a:r>
              <a:rPr lang="de-DE" sz="3200"/>
              <a:t>Quellcode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D09B712C-9E3B-BAD2-AC6B-3ADBA6CD696C}"/>
              </a:ext>
            </a:extLst>
          </p:cNvPr>
          <p:cNvSpPr txBox="1"/>
          <p:nvPr/>
        </p:nvSpPr>
        <p:spPr>
          <a:xfrm>
            <a:off x="5262283" y="4783748"/>
            <a:ext cx="38039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/>
              <a:t>- Hardware unabhängig</a:t>
            </a:r>
          </a:p>
          <a:p>
            <a:r>
              <a:rPr lang="de-DE" sz="2000"/>
              <a:t>- Human </a:t>
            </a:r>
            <a:r>
              <a:rPr lang="de-DE" sz="2000" err="1"/>
              <a:t>readable</a:t>
            </a:r>
            <a:endParaRPr lang="de-DE" sz="2000"/>
          </a:p>
        </p:txBody>
      </p:sp>
      <p:sp>
        <p:nvSpPr>
          <p:cNvPr id="21" name="Pfeil: nach rechts 20">
            <a:extLst>
              <a:ext uri="{FF2B5EF4-FFF2-40B4-BE49-F238E27FC236}">
                <a16:creationId xmlns:a16="http://schemas.microsoft.com/office/drawing/2014/main" id="{A32189E8-A3BB-A354-1BA8-5567FD64C40D}"/>
              </a:ext>
            </a:extLst>
          </p:cNvPr>
          <p:cNvSpPr/>
          <p:nvPr/>
        </p:nvSpPr>
        <p:spPr>
          <a:xfrm rot="10800000">
            <a:off x="8266968" y="2560123"/>
            <a:ext cx="989580" cy="13141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Pfeil: nach rechts 21">
            <a:extLst>
              <a:ext uri="{FF2B5EF4-FFF2-40B4-BE49-F238E27FC236}">
                <a16:creationId xmlns:a16="http://schemas.microsoft.com/office/drawing/2014/main" id="{DFE08288-E749-A7A2-F552-A119687FF785}"/>
              </a:ext>
            </a:extLst>
          </p:cNvPr>
          <p:cNvSpPr/>
          <p:nvPr/>
        </p:nvSpPr>
        <p:spPr>
          <a:xfrm>
            <a:off x="8385773" y="3917301"/>
            <a:ext cx="989580" cy="13141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Pfeil: nach rechts 22">
            <a:extLst>
              <a:ext uri="{FF2B5EF4-FFF2-40B4-BE49-F238E27FC236}">
                <a16:creationId xmlns:a16="http://schemas.microsoft.com/office/drawing/2014/main" id="{2CF94ACF-EDF8-4C77-D26B-5F01E223AE13}"/>
              </a:ext>
            </a:extLst>
          </p:cNvPr>
          <p:cNvSpPr/>
          <p:nvPr/>
        </p:nvSpPr>
        <p:spPr>
          <a:xfrm rot="9151045">
            <a:off x="3586536" y="4170586"/>
            <a:ext cx="1597867" cy="14823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4142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8988D9CE-FE45-B38D-C0E4-F45163EE71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330557" y="2206471"/>
            <a:ext cx="3007311" cy="2821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26AACD9-8A3A-F72B-C63A-0E7CC2BC1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Programmsprache vs. Skriptsprache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BCFDBE1-5C06-B9CB-2256-A690CB241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Schaffenroth, Sebastian | Programmieren</a:t>
            </a:r>
          </a:p>
        </p:txBody>
      </p:sp>
      <p:pic>
        <p:nvPicPr>
          <p:cNvPr id="11" name="Grafik 10" descr="Ein Bild, das Text, Elektronik, Im Haus, Computer enthält.&#10;&#10;Automatisch generierte Beschreibung">
            <a:extLst>
              <a:ext uri="{FF2B5EF4-FFF2-40B4-BE49-F238E27FC236}">
                <a16:creationId xmlns:a16="http://schemas.microsoft.com/office/drawing/2014/main" id="{E973F492-59CF-831E-0423-3A37B3B66F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47" y="1894056"/>
            <a:ext cx="3007313" cy="2005884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52205E28-B76B-A3D9-DBCE-44EEEBA60BFF}"/>
              </a:ext>
            </a:extLst>
          </p:cNvPr>
          <p:cNvSpPr txBox="1"/>
          <p:nvPr/>
        </p:nvSpPr>
        <p:spPr>
          <a:xfrm>
            <a:off x="1134927" y="1355639"/>
            <a:ext cx="19892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/>
              <a:t>Computer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3D4AA646-EAC5-BF7F-917D-50B75FA1E97C}"/>
              </a:ext>
            </a:extLst>
          </p:cNvPr>
          <p:cNvSpPr txBox="1"/>
          <p:nvPr/>
        </p:nvSpPr>
        <p:spPr>
          <a:xfrm>
            <a:off x="759141" y="3825364"/>
            <a:ext cx="30203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/>
              <a:t>Maschinencode</a:t>
            </a:r>
          </a:p>
        </p:txBody>
      </p:sp>
      <p:pic>
        <p:nvPicPr>
          <p:cNvPr id="17" name="Grafik 16" descr="Ein Bild, das Muster, Stoff, Kunst enthält.&#10;&#10;Automatisch generierte Beschreibung">
            <a:extLst>
              <a:ext uri="{FF2B5EF4-FFF2-40B4-BE49-F238E27FC236}">
                <a16:creationId xmlns:a16="http://schemas.microsoft.com/office/drawing/2014/main" id="{AAF56291-D4B8-13E5-75FB-A6A13066DD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539" y="4525280"/>
            <a:ext cx="2652727" cy="1772008"/>
          </a:xfrm>
          <a:prstGeom prst="rect">
            <a:avLst/>
          </a:prstGeom>
        </p:spPr>
      </p:pic>
      <p:pic>
        <p:nvPicPr>
          <p:cNvPr id="18" name="Picture 2" descr="Ein Computerbildschirm mit einem Haufen Code darauf">
            <a:extLst>
              <a:ext uri="{FF2B5EF4-FFF2-40B4-BE49-F238E27FC236}">
                <a16:creationId xmlns:a16="http://schemas.microsoft.com/office/drawing/2014/main" id="{568B3F2B-BB33-CBD9-7187-9AF5145158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5070" y="2262384"/>
            <a:ext cx="2613075" cy="1744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feld 18">
            <a:extLst>
              <a:ext uri="{FF2B5EF4-FFF2-40B4-BE49-F238E27FC236}">
                <a16:creationId xmlns:a16="http://schemas.microsoft.com/office/drawing/2014/main" id="{6C856B16-BD0B-E529-A5F8-7FCECD05D558}"/>
              </a:ext>
            </a:extLst>
          </p:cNvPr>
          <p:cNvSpPr txBox="1"/>
          <p:nvPr/>
        </p:nvSpPr>
        <p:spPr>
          <a:xfrm>
            <a:off x="9246108" y="4105178"/>
            <a:ext cx="12999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/>
              <a:t>Nur Text</a:t>
            </a:r>
          </a:p>
        </p:txBody>
      </p:sp>
      <p:sp>
        <p:nvSpPr>
          <p:cNvPr id="21" name="Pfeil: nach rechts 20">
            <a:extLst>
              <a:ext uri="{FF2B5EF4-FFF2-40B4-BE49-F238E27FC236}">
                <a16:creationId xmlns:a16="http://schemas.microsoft.com/office/drawing/2014/main" id="{F8433535-7A86-0CAE-CA22-54676BFDF3D1}"/>
              </a:ext>
            </a:extLst>
          </p:cNvPr>
          <p:cNvSpPr/>
          <p:nvPr/>
        </p:nvSpPr>
        <p:spPr>
          <a:xfrm rot="9151045">
            <a:off x="3586536" y="4170586"/>
            <a:ext cx="1597867" cy="14823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62186A0D-339E-5CF2-409C-C23C004962C3}"/>
              </a:ext>
            </a:extLst>
          </p:cNvPr>
          <p:cNvSpPr txBox="1"/>
          <p:nvPr/>
        </p:nvSpPr>
        <p:spPr>
          <a:xfrm>
            <a:off x="8187648" y="1579288"/>
            <a:ext cx="38958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/>
              <a:t>Programmiersprache</a:t>
            </a:r>
          </a:p>
        </p:txBody>
      </p:sp>
      <p:sp>
        <p:nvSpPr>
          <p:cNvPr id="3" name="Pfeil: nach rechts 2">
            <a:extLst>
              <a:ext uri="{FF2B5EF4-FFF2-40B4-BE49-F238E27FC236}">
                <a16:creationId xmlns:a16="http://schemas.microsoft.com/office/drawing/2014/main" id="{42DC9D90-8FCD-0355-CAE7-3BED582DA834}"/>
              </a:ext>
            </a:extLst>
          </p:cNvPr>
          <p:cNvSpPr/>
          <p:nvPr/>
        </p:nvSpPr>
        <p:spPr>
          <a:xfrm rot="9151045">
            <a:off x="6845324" y="2816559"/>
            <a:ext cx="1597867" cy="14823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060131A-8829-A2A9-0CA6-04345B22BFA7}"/>
              </a:ext>
            </a:extLst>
          </p:cNvPr>
          <p:cNvSpPr txBox="1"/>
          <p:nvPr/>
        </p:nvSpPr>
        <p:spPr>
          <a:xfrm>
            <a:off x="4919006" y="1253432"/>
            <a:ext cx="206819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/>
              <a:t>Compiler/</a:t>
            </a:r>
            <a:br>
              <a:rPr lang="de-DE" sz="3200"/>
            </a:br>
            <a:r>
              <a:rPr lang="de-DE" sz="3200"/>
              <a:t>Interpreter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174D76E-2584-7C5B-0F04-13D7C70189F8}"/>
              </a:ext>
            </a:extLst>
          </p:cNvPr>
          <p:cNvSpPr txBox="1"/>
          <p:nvPr/>
        </p:nvSpPr>
        <p:spPr>
          <a:xfrm>
            <a:off x="5396104" y="4608308"/>
            <a:ext cx="22019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/>
              <a:t>Generiert Maschinencode</a:t>
            </a:r>
          </a:p>
        </p:txBody>
      </p:sp>
    </p:spTree>
    <p:extLst>
      <p:ext uri="{BB962C8B-B14F-4D97-AF65-F5344CB8AC3E}">
        <p14:creationId xmlns:p14="http://schemas.microsoft.com/office/powerpoint/2010/main" val="1706666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6AACD9-8A3A-F72B-C63A-0E7CC2BC1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Programmsprache vs. Skriptsprache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BCFDBE1-5C06-B9CB-2256-A690CB241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Schaffenroth, Sebastian | Programmieren</a:t>
            </a:r>
          </a:p>
        </p:txBody>
      </p:sp>
      <p:sp>
        <p:nvSpPr>
          <p:cNvPr id="24" name="AutoShape 2">
            <a:extLst>
              <a:ext uri="{FF2B5EF4-FFF2-40B4-BE49-F238E27FC236}">
                <a16:creationId xmlns:a16="http://schemas.microsoft.com/office/drawing/2014/main" id="{D8C25945-5681-0101-8A54-1199BAD111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8C6147F4-D733-6085-08AD-1B94EB352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07" y="1034210"/>
            <a:ext cx="8050241" cy="5366827"/>
          </a:xfrm>
          <a:prstGeom prst="rect">
            <a:avLst/>
          </a:prstGeom>
        </p:spPr>
      </p:pic>
      <p:sp>
        <p:nvSpPr>
          <p:cNvPr id="27" name="Textfeld 26">
            <a:extLst>
              <a:ext uri="{FF2B5EF4-FFF2-40B4-BE49-F238E27FC236}">
                <a16:creationId xmlns:a16="http://schemas.microsoft.com/office/drawing/2014/main" id="{ACB0F6AC-C0C5-6C9C-12BC-894D9B1D9856}"/>
              </a:ext>
            </a:extLst>
          </p:cNvPr>
          <p:cNvSpPr txBox="1"/>
          <p:nvPr/>
        </p:nvSpPr>
        <p:spPr>
          <a:xfrm>
            <a:off x="8526780" y="4157470"/>
            <a:ext cx="32461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+ Schnell im Ausführen</a:t>
            </a:r>
          </a:p>
          <a:p>
            <a:r>
              <a:rPr lang="de-DE"/>
              <a:t>- Muss vor Ausführen komplett übersetzt werden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33C10796-5AA8-52E3-859F-853BC5518940}"/>
              </a:ext>
            </a:extLst>
          </p:cNvPr>
          <p:cNvSpPr txBox="1"/>
          <p:nvPr/>
        </p:nvSpPr>
        <p:spPr>
          <a:xfrm>
            <a:off x="8526780" y="2100781"/>
            <a:ext cx="3246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+ Sofort ausführbar</a:t>
            </a:r>
          </a:p>
          <a:p>
            <a:r>
              <a:rPr lang="de-DE"/>
              <a:t>- Langsamer im Lauf</a:t>
            </a:r>
          </a:p>
        </p:txBody>
      </p:sp>
    </p:spTree>
    <p:extLst>
      <p:ext uri="{BB962C8B-B14F-4D97-AF65-F5344CB8AC3E}">
        <p14:creationId xmlns:p14="http://schemas.microsoft.com/office/powerpoint/2010/main" val="1249855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6AACD9-8A3A-F72B-C63A-0E7CC2BC1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Programmiersprachen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BCFDBE1-5C06-B9CB-2256-A690CB241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Schaffenroth, Sebastian | Programmieren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0F34FDC-B036-34BE-293A-9E4B3CAE2E9E}"/>
              </a:ext>
            </a:extLst>
          </p:cNvPr>
          <p:cNvSpPr txBox="1"/>
          <p:nvPr/>
        </p:nvSpPr>
        <p:spPr>
          <a:xfrm>
            <a:off x="419100" y="1831127"/>
            <a:ext cx="14193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/>
              <a:t>Python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5F072AC-5BD6-78E2-974D-4B652B5C24E9}"/>
              </a:ext>
            </a:extLst>
          </p:cNvPr>
          <p:cNvSpPr txBox="1"/>
          <p:nvPr/>
        </p:nvSpPr>
        <p:spPr>
          <a:xfrm>
            <a:off x="6533388" y="1831127"/>
            <a:ext cx="4683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/>
              <a:t>C</a:t>
            </a:r>
          </a:p>
        </p:txBody>
      </p:sp>
      <p:pic>
        <p:nvPicPr>
          <p:cNvPr id="7" name="Grafik 6" descr="Ein Bild, das Clipart, Symbol, Grafiken, Logo enthält.&#10;&#10;Automatisch generierte Beschreibung">
            <a:extLst>
              <a:ext uri="{FF2B5EF4-FFF2-40B4-BE49-F238E27FC236}">
                <a16:creationId xmlns:a16="http://schemas.microsoft.com/office/drawing/2014/main" id="{115A84D1-1C3D-9758-C552-782CA89F4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6881" y="1516387"/>
            <a:ext cx="1419363" cy="1419363"/>
          </a:xfrm>
          <a:prstGeom prst="rect">
            <a:avLst/>
          </a:prstGeom>
        </p:spPr>
      </p:pic>
      <p:pic>
        <p:nvPicPr>
          <p:cNvPr id="9" name="Grafik 8" descr="Ein Bild, das Kreis, Grafiken, Symbol, Design enthält.&#10;&#10;Automatisch generierte Beschreibung">
            <a:extLst>
              <a:ext uri="{FF2B5EF4-FFF2-40B4-BE49-F238E27FC236}">
                <a16:creationId xmlns:a16="http://schemas.microsoft.com/office/drawing/2014/main" id="{CFEBDD6B-8218-92D2-5D39-8A63F57F1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8221" y="1435412"/>
            <a:ext cx="1358853" cy="1419364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BB25C91E-92AE-22B5-C096-23575A108507}"/>
              </a:ext>
            </a:extLst>
          </p:cNvPr>
          <p:cNvSpPr txBox="1"/>
          <p:nvPr/>
        </p:nvSpPr>
        <p:spPr>
          <a:xfrm>
            <a:off x="621791" y="3144531"/>
            <a:ext cx="36948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- </a:t>
            </a:r>
            <a:r>
              <a:rPr lang="de-DE" err="1"/>
              <a:t>Interpeter</a:t>
            </a:r>
            <a:r>
              <a:rPr lang="de-DE"/>
              <a:t>-Sprache (</a:t>
            </a:r>
            <a:r>
              <a:rPr lang="de-DE" err="1"/>
              <a:t>großteils</a:t>
            </a:r>
            <a:r>
              <a:rPr lang="de-DE"/>
              <a:t>)</a:t>
            </a:r>
          </a:p>
          <a:p>
            <a:r>
              <a:rPr lang="de-DE"/>
              <a:t>- Schnell lauffähige Programme</a:t>
            </a:r>
          </a:p>
          <a:p>
            <a:r>
              <a:rPr lang="de-DE"/>
              <a:t>- KI wird mit Python geschrieben (</a:t>
            </a:r>
            <a:r>
              <a:rPr lang="de-DE" err="1"/>
              <a:t>NumPy</a:t>
            </a:r>
            <a:r>
              <a:rPr lang="de-DE"/>
              <a:t>, </a:t>
            </a:r>
            <a:r>
              <a:rPr lang="de-DE" err="1"/>
              <a:t>PyTorch</a:t>
            </a:r>
            <a:r>
              <a:rPr lang="de-DE"/>
              <a:t>, etc. )</a:t>
            </a:r>
          </a:p>
          <a:p>
            <a:r>
              <a:rPr lang="de-DE"/>
              <a:t>- Meistgenutzte Programmiersprache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D08943A-A704-E60B-9254-533CB8144D33}"/>
              </a:ext>
            </a:extLst>
          </p:cNvPr>
          <p:cNvSpPr txBox="1"/>
          <p:nvPr/>
        </p:nvSpPr>
        <p:spPr>
          <a:xfrm>
            <a:off x="419100" y="5442820"/>
            <a:ext cx="3694889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>
                <a:solidFill>
                  <a:srgbClr val="FF0000"/>
                </a:solidFill>
              </a:rPr>
              <a:t>Vorsicht: Python macht süchtig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531F015-29C4-CE92-03C2-A914D1293938}"/>
              </a:ext>
            </a:extLst>
          </p:cNvPr>
          <p:cNvSpPr txBox="1"/>
          <p:nvPr/>
        </p:nvSpPr>
        <p:spPr>
          <a:xfrm>
            <a:off x="6599038" y="3075490"/>
            <a:ext cx="36948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- Hardware-nahe</a:t>
            </a:r>
          </a:p>
          <a:p>
            <a:r>
              <a:rPr lang="de-DE"/>
              <a:t>- Performant</a:t>
            </a:r>
          </a:p>
          <a:p>
            <a:r>
              <a:rPr lang="de-DE"/>
              <a:t>- Wird für zeitkritische Module in Python verwendet</a:t>
            </a:r>
          </a:p>
          <a:p>
            <a:r>
              <a:rPr lang="de-DE"/>
              <a:t>- Wird auf Mikrocontroller verwendet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8845A08-4472-84BE-C466-E28871FAEB0F}"/>
              </a:ext>
            </a:extLst>
          </p:cNvPr>
          <p:cNvSpPr txBox="1"/>
          <p:nvPr/>
        </p:nvSpPr>
        <p:spPr>
          <a:xfrm>
            <a:off x="6818045" y="5422588"/>
            <a:ext cx="2049029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err="1">
                <a:solidFill>
                  <a:srgbClr val="FF0000"/>
                </a:solidFill>
              </a:rPr>
              <a:t>Good</a:t>
            </a:r>
            <a:r>
              <a:rPr lang="de-DE">
                <a:solidFill>
                  <a:srgbClr val="FF0000"/>
                </a:solidFill>
              </a:rPr>
              <a:t> </a:t>
            </a:r>
            <a:r>
              <a:rPr lang="de-DE" err="1">
                <a:solidFill>
                  <a:srgbClr val="FF0000"/>
                </a:solidFill>
              </a:rPr>
              <a:t>old</a:t>
            </a:r>
            <a:r>
              <a:rPr lang="de-DE">
                <a:solidFill>
                  <a:srgbClr val="FF0000"/>
                </a:solidFill>
              </a:rPr>
              <a:t> C</a:t>
            </a:r>
          </a:p>
        </p:txBody>
      </p:sp>
    </p:spTree>
    <p:extLst>
      <p:ext uri="{BB962C8B-B14F-4D97-AF65-F5344CB8AC3E}">
        <p14:creationId xmlns:p14="http://schemas.microsoft.com/office/powerpoint/2010/main" val="3575116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6AACD9-8A3A-F72B-C63A-0E7CC2BC1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Das Schuljahr auf einen Blick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BCFDBE1-5C06-B9CB-2256-A690CB241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Schaffenroth, Sebastian | Programmieren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AB6EE-287C-74C7-5FA7-D91C923156F9}"/>
              </a:ext>
            </a:extLst>
          </p:cNvPr>
          <p:cNvSpPr/>
          <p:nvPr/>
        </p:nvSpPr>
        <p:spPr>
          <a:xfrm>
            <a:off x="365760" y="950976"/>
            <a:ext cx="11478768" cy="34747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9B62E14C-34B4-634A-3932-AC7E67FECA47}"/>
              </a:ext>
            </a:extLst>
          </p:cNvPr>
          <p:cNvSpPr txBox="1"/>
          <p:nvPr/>
        </p:nvSpPr>
        <p:spPr>
          <a:xfrm>
            <a:off x="493776" y="950976"/>
            <a:ext cx="11222736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1. Halbjahr · Python · 34 Termine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FBF7F7E4-A36B-2632-8089-60D3F0DE0917}"/>
              </a:ext>
            </a:extLst>
          </p:cNvPr>
          <p:cNvSpPr txBox="1"/>
          <p:nvPr/>
        </p:nvSpPr>
        <p:spPr>
          <a:xfrm>
            <a:off x="365760" y="950976"/>
            <a:ext cx="11350751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16.09.2026 – 03.02.2027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4089D358-205D-04AB-74A0-9DD8C48B8597}"/>
              </a:ext>
            </a:extLst>
          </p:cNvPr>
          <p:cNvSpPr/>
          <p:nvPr/>
        </p:nvSpPr>
        <p:spPr>
          <a:xfrm>
            <a:off x="365760" y="1353312"/>
            <a:ext cx="2678176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DC793636-1442-34CA-7464-E544D7513D9C}"/>
              </a:ext>
            </a:extLst>
          </p:cNvPr>
          <p:cNvSpPr/>
          <p:nvPr/>
        </p:nvSpPr>
        <p:spPr>
          <a:xfrm>
            <a:off x="365760" y="1353312"/>
            <a:ext cx="2678176" cy="329184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DB237B5D-A11B-250C-D726-DE36EC462CA7}"/>
              </a:ext>
            </a:extLst>
          </p:cNvPr>
          <p:cNvSpPr txBox="1"/>
          <p:nvPr/>
        </p:nvSpPr>
        <p:spPr>
          <a:xfrm>
            <a:off x="493776" y="1353312"/>
            <a:ext cx="242214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A – B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53F6552E-E9B7-5863-EE62-CB2F4CF223CE}"/>
              </a:ext>
            </a:extLst>
          </p:cNvPr>
          <p:cNvSpPr txBox="1"/>
          <p:nvPr/>
        </p:nvSpPr>
        <p:spPr>
          <a:xfrm>
            <a:off x="365760" y="1353312"/>
            <a:ext cx="25501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</a:rPr>
              <a:t>16.09. – 14.10.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4851AF29-FEBA-4AAD-67EA-5C5CE3ADD526}"/>
              </a:ext>
            </a:extLst>
          </p:cNvPr>
          <p:cNvSpPr txBox="1"/>
          <p:nvPr/>
        </p:nvSpPr>
        <p:spPr>
          <a:xfrm>
            <a:off x="493776" y="1773936"/>
            <a:ext cx="24221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E2841"/>
                </a:solidFill>
              </a:rPr>
              <a:t>Sprachgrundlagen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85D9E09A-69B7-91D4-EAF8-B6ED59B40994}"/>
              </a:ext>
            </a:extLst>
          </p:cNvPr>
          <p:cNvSpPr txBox="1"/>
          <p:nvPr/>
        </p:nvSpPr>
        <p:spPr>
          <a:xfrm>
            <a:off x="493776" y="2286000"/>
            <a:ext cx="2422144" cy="795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06060"/>
                </a:solidFill>
              </a:rPr>
              <a:t>Datentypen, Variablen, Operatoren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606060"/>
                </a:solidFill>
              </a:rPr>
              <a:t>Verzweigungen und Schleifen</a:t>
            </a: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8DBC6FA8-6435-5ECF-422C-4669457ECA70}"/>
              </a:ext>
            </a:extLst>
          </p:cNvPr>
          <p:cNvSpPr/>
          <p:nvPr/>
        </p:nvSpPr>
        <p:spPr>
          <a:xfrm>
            <a:off x="3098800" y="1353312"/>
            <a:ext cx="3224784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2C2FF77E-74CA-A97B-8EA1-DB74D85C1331}"/>
              </a:ext>
            </a:extLst>
          </p:cNvPr>
          <p:cNvSpPr/>
          <p:nvPr/>
        </p:nvSpPr>
        <p:spPr>
          <a:xfrm>
            <a:off x="3098800" y="1353312"/>
            <a:ext cx="3224784" cy="329184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E3F41A44-26EF-BB99-3725-AAAD7AB8C34E}"/>
              </a:ext>
            </a:extLst>
          </p:cNvPr>
          <p:cNvSpPr txBox="1"/>
          <p:nvPr/>
        </p:nvSpPr>
        <p:spPr>
          <a:xfrm>
            <a:off x="3226816" y="1353312"/>
            <a:ext cx="29687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C – D</a:t>
            </a:r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C0CB4BEE-9EE5-0328-1155-20A9E71E0B8D}"/>
              </a:ext>
            </a:extLst>
          </p:cNvPr>
          <p:cNvSpPr txBox="1"/>
          <p:nvPr/>
        </p:nvSpPr>
        <p:spPr>
          <a:xfrm>
            <a:off x="3098800" y="1353312"/>
            <a:ext cx="309676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</a:rPr>
              <a:t>21.10. – 25.11.</a:t>
            </a:r>
          </a:p>
        </p:txBody>
      </p:sp>
      <p:sp>
        <p:nvSpPr>
          <p:cNvPr id="17" name="TextBox 15">
            <a:extLst>
              <a:ext uri="{FF2B5EF4-FFF2-40B4-BE49-F238E27FC236}">
                <a16:creationId xmlns:a16="http://schemas.microsoft.com/office/drawing/2014/main" id="{198E095E-D8BE-5E48-A723-BFF3EB2356FB}"/>
              </a:ext>
            </a:extLst>
          </p:cNvPr>
          <p:cNvSpPr txBox="1"/>
          <p:nvPr/>
        </p:nvSpPr>
        <p:spPr>
          <a:xfrm>
            <a:off x="3226816" y="1773936"/>
            <a:ext cx="29687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E2841"/>
                </a:solidFill>
              </a:rPr>
              <a:t>Struktur und Daten</a:t>
            </a:r>
          </a:p>
        </p:txBody>
      </p:sp>
      <p:sp>
        <p:nvSpPr>
          <p:cNvPr id="18" name="TextBox 16">
            <a:extLst>
              <a:ext uri="{FF2B5EF4-FFF2-40B4-BE49-F238E27FC236}">
                <a16:creationId xmlns:a16="http://schemas.microsoft.com/office/drawing/2014/main" id="{C59BF5D2-AED0-8FD8-0A14-C287A36409A0}"/>
              </a:ext>
            </a:extLst>
          </p:cNvPr>
          <p:cNvSpPr txBox="1"/>
          <p:nvPr/>
        </p:nvSpPr>
        <p:spPr>
          <a:xfrm>
            <a:off x="3226816" y="2286000"/>
            <a:ext cx="2968752" cy="795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06060"/>
                </a:solidFill>
              </a:rPr>
              <a:t>Funktionen und Unterprogramme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606060"/>
                </a:solidFill>
              </a:rPr>
              <a:t>Fehlersuche mit dem Debugger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606060"/>
                </a:solidFill>
              </a:rPr>
              <a:t>Listen, Dokumentation</a:t>
            </a:r>
          </a:p>
        </p:txBody>
      </p:sp>
      <p:sp>
        <p:nvSpPr>
          <p:cNvPr id="19" name="Rectangle 17">
            <a:extLst>
              <a:ext uri="{FF2B5EF4-FFF2-40B4-BE49-F238E27FC236}">
                <a16:creationId xmlns:a16="http://schemas.microsoft.com/office/drawing/2014/main" id="{A715A4F0-2899-5D12-573C-E20C94F1A5DC}"/>
              </a:ext>
            </a:extLst>
          </p:cNvPr>
          <p:cNvSpPr/>
          <p:nvPr/>
        </p:nvSpPr>
        <p:spPr>
          <a:xfrm>
            <a:off x="6378448" y="1353312"/>
            <a:ext cx="213156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Rectangle 18">
            <a:extLst>
              <a:ext uri="{FF2B5EF4-FFF2-40B4-BE49-F238E27FC236}">
                <a16:creationId xmlns:a16="http://schemas.microsoft.com/office/drawing/2014/main" id="{DEB1AC2C-0D87-15B8-72D3-731FE063498A}"/>
              </a:ext>
            </a:extLst>
          </p:cNvPr>
          <p:cNvSpPr/>
          <p:nvPr/>
        </p:nvSpPr>
        <p:spPr>
          <a:xfrm>
            <a:off x="6378448" y="1353312"/>
            <a:ext cx="2131568" cy="329184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1" name="TextBox 19">
            <a:extLst>
              <a:ext uri="{FF2B5EF4-FFF2-40B4-BE49-F238E27FC236}">
                <a16:creationId xmlns:a16="http://schemas.microsoft.com/office/drawing/2014/main" id="{6050761A-7375-EF23-43ED-5ACB18A05D5F}"/>
              </a:ext>
            </a:extLst>
          </p:cNvPr>
          <p:cNvSpPr txBox="1"/>
          <p:nvPr/>
        </p:nvSpPr>
        <p:spPr>
          <a:xfrm>
            <a:off x="6506463" y="1353312"/>
            <a:ext cx="187553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E – F</a:t>
            </a:r>
          </a:p>
        </p:txBody>
      </p:sp>
      <p:sp>
        <p:nvSpPr>
          <p:cNvPr id="22" name="TextBox 20">
            <a:extLst>
              <a:ext uri="{FF2B5EF4-FFF2-40B4-BE49-F238E27FC236}">
                <a16:creationId xmlns:a16="http://schemas.microsoft.com/office/drawing/2014/main" id="{917D7DBF-241C-FB40-A6EC-AB94EEB5923E}"/>
              </a:ext>
            </a:extLst>
          </p:cNvPr>
          <p:cNvSpPr txBox="1"/>
          <p:nvPr/>
        </p:nvSpPr>
        <p:spPr>
          <a:xfrm>
            <a:off x="6378448" y="1353312"/>
            <a:ext cx="20035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</a:rPr>
              <a:t>02.12. – 23.12.</a:t>
            </a:r>
          </a:p>
        </p:txBody>
      </p:sp>
      <p:sp>
        <p:nvSpPr>
          <p:cNvPr id="23" name="TextBox 21">
            <a:extLst>
              <a:ext uri="{FF2B5EF4-FFF2-40B4-BE49-F238E27FC236}">
                <a16:creationId xmlns:a16="http://schemas.microsoft.com/office/drawing/2014/main" id="{C5FD5034-9A62-64B4-0BE6-B1D574471E34}"/>
              </a:ext>
            </a:extLst>
          </p:cNvPr>
          <p:cNvSpPr txBox="1"/>
          <p:nvPr/>
        </p:nvSpPr>
        <p:spPr>
          <a:xfrm>
            <a:off x="6506463" y="1773936"/>
            <a:ext cx="18755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E2841"/>
                </a:solidFill>
              </a:rPr>
              <a:t>Algorithmen und Qualität</a:t>
            </a:r>
          </a:p>
        </p:txBody>
      </p:sp>
      <p:sp>
        <p:nvSpPr>
          <p:cNvPr id="24" name="TextBox 22">
            <a:extLst>
              <a:ext uri="{FF2B5EF4-FFF2-40B4-BE49-F238E27FC236}">
                <a16:creationId xmlns:a16="http://schemas.microsoft.com/office/drawing/2014/main" id="{72FD5EA5-FCF3-63A3-BFB2-46EA1BA80EAB}"/>
              </a:ext>
            </a:extLst>
          </p:cNvPr>
          <p:cNvSpPr txBox="1"/>
          <p:nvPr/>
        </p:nvSpPr>
        <p:spPr>
          <a:xfrm>
            <a:off x="6506463" y="2286000"/>
            <a:ext cx="1875536" cy="795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06060"/>
                </a:solidFill>
              </a:rPr>
              <a:t>Suchen und Sortieren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606060"/>
                </a:solidFill>
              </a:rPr>
              <a:t>Testmethoden, Ausnahmen</a:t>
            </a:r>
          </a:p>
        </p:txBody>
      </p:sp>
      <p:sp>
        <p:nvSpPr>
          <p:cNvPr id="25" name="Rectangle 23">
            <a:extLst>
              <a:ext uri="{FF2B5EF4-FFF2-40B4-BE49-F238E27FC236}">
                <a16:creationId xmlns:a16="http://schemas.microsoft.com/office/drawing/2014/main" id="{E745FD75-6B38-8C9C-187F-F2CECAF9DED1}"/>
              </a:ext>
            </a:extLst>
          </p:cNvPr>
          <p:cNvSpPr/>
          <p:nvPr/>
        </p:nvSpPr>
        <p:spPr>
          <a:xfrm>
            <a:off x="9658096" y="1353312"/>
            <a:ext cx="213156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6" name="Rectangle 24">
            <a:extLst>
              <a:ext uri="{FF2B5EF4-FFF2-40B4-BE49-F238E27FC236}">
                <a16:creationId xmlns:a16="http://schemas.microsoft.com/office/drawing/2014/main" id="{0BEEC691-E0F1-B127-1C46-24CD28A51A79}"/>
              </a:ext>
            </a:extLst>
          </p:cNvPr>
          <p:cNvSpPr/>
          <p:nvPr/>
        </p:nvSpPr>
        <p:spPr>
          <a:xfrm>
            <a:off x="9658096" y="1353312"/>
            <a:ext cx="2131568" cy="329184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7" name="TextBox 25">
            <a:extLst>
              <a:ext uri="{FF2B5EF4-FFF2-40B4-BE49-F238E27FC236}">
                <a16:creationId xmlns:a16="http://schemas.microsoft.com/office/drawing/2014/main" id="{81053F66-9E63-4327-4FDE-BF105F797C23}"/>
              </a:ext>
            </a:extLst>
          </p:cNvPr>
          <p:cNvSpPr txBox="1"/>
          <p:nvPr/>
        </p:nvSpPr>
        <p:spPr>
          <a:xfrm>
            <a:off x="9786112" y="1353312"/>
            <a:ext cx="187553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G</a:t>
            </a:r>
          </a:p>
        </p:txBody>
      </p:sp>
      <p:sp>
        <p:nvSpPr>
          <p:cNvPr id="28" name="TextBox 26">
            <a:extLst>
              <a:ext uri="{FF2B5EF4-FFF2-40B4-BE49-F238E27FC236}">
                <a16:creationId xmlns:a16="http://schemas.microsoft.com/office/drawing/2014/main" id="{06AB02D3-483A-E3A5-A465-7909699FE45D}"/>
              </a:ext>
            </a:extLst>
          </p:cNvPr>
          <p:cNvSpPr txBox="1"/>
          <p:nvPr/>
        </p:nvSpPr>
        <p:spPr>
          <a:xfrm>
            <a:off x="9658096" y="1353312"/>
            <a:ext cx="20035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</a:rPr>
              <a:t>13.01. – 03.02.</a:t>
            </a:r>
          </a:p>
        </p:txBody>
      </p:sp>
      <p:sp>
        <p:nvSpPr>
          <p:cNvPr id="29" name="TextBox 27">
            <a:extLst>
              <a:ext uri="{FF2B5EF4-FFF2-40B4-BE49-F238E27FC236}">
                <a16:creationId xmlns:a16="http://schemas.microsoft.com/office/drawing/2014/main" id="{E16F99BE-9B5D-5993-3891-373C9D3707F0}"/>
              </a:ext>
            </a:extLst>
          </p:cNvPr>
          <p:cNvSpPr txBox="1"/>
          <p:nvPr/>
        </p:nvSpPr>
        <p:spPr>
          <a:xfrm>
            <a:off x="9786112" y="1773936"/>
            <a:ext cx="18755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E2841"/>
                </a:solidFill>
              </a:rPr>
              <a:t>Objekte und Projekt</a:t>
            </a:r>
          </a:p>
        </p:txBody>
      </p:sp>
      <p:sp>
        <p:nvSpPr>
          <p:cNvPr id="30" name="TextBox 28">
            <a:extLst>
              <a:ext uri="{FF2B5EF4-FFF2-40B4-BE49-F238E27FC236}">
                <a16:creationId xmlns:a16="http://schemas.microsoft.com/office/drawing/2014/main" id="{35A5C6E7-481B-504E-11F2-F85F14377212}"/>
              </a:ext>
            </a:extLst>
          </p:cNvPr>
          <p:cNvSpPr txBox="1"/>
          <p:nvPr/>
        </p:nvSpPr>
        <p:spPr>
          <a:xfrm>
            <a:off x="9786112" y="2286000"/>
            <a:ext cx="1875536" cy="795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06060"/>
                </a:solidFill>
              </a:rPr>
              <a:t>Klassen und Objekte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606060"/>
                </a:solidFill>
              </a:rPr>
              <a:t>Projektarbeit mit Präsentation</a:t>
            </a:r>
          </a:p>
        </p:txBody>
      </p:sp>
      <p:sp>
        <p:nvSpPr>
          <p:cNvPr id="31" name="Rectangle 29">
            <a:extLst>
              <a:ext uri="{FF2B5EF4-FFF2-40B4-BE49-F238E27FC236}">
                <a16:creationId xmlns:a16="http://schemas.microsoft.com/office/drawing/2014/main" id="{32821CC8-3DB0-E2C8-9F6B-A8F564427EA9}"/>
              </a:ext>
            </a:extLst>
          </p:cNvPr>
          <p:cNvSpPr/>
          <p:nvPr/>
        </p:nvSpPr>
        <p:spPr>
          <a:xfrm>
            <a:off x="365760" y="3172968"/>
            <a:ext cx="11478768" cy="219456"/>
          </a:xfrm>
          <a:prstGeom prst="rect">
            <a:avLst/>
          </a:prstGeom>
          <a:solidFill>
            <a:srgbClr val="FAFAFA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2" name="Rectangle 30">
            <a:extLst>
              <a:ext uri="{FF2B5EF4-FFF2-40B4-BE49-F238E27FC236}">
                <a16:creationId xmlns:a16="http://schemas.microsoft.com/office/drawing/2014/main" id="{E0CB0A0A-E997-DD91-2ACB-023ACB42687B}"/>
              </a:ext>
            </a:extLst>
          </p:cNvPr>
          <p:cNvSpPr/>
          <p:nvPr/>
        </p:nvSpPr>
        <p:spPr>
          <a:xfrm>
            <a:off x="4035842" y="3172968"/>
            <a:ext cx="390434" cy="219456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3" name="Rectangle 31">
            <a:extLst>
              <a:ext uri="{FF2B5EF4-FFF2-40B4-BE49-F238E27FC236}">
                <a16:creationId xmlns:a16="http://schemas.microsoft.com/office/drawing/2014/main" id="{4EB31894-E0D4-ED93-97A3-A0D74CECD04F}"/>
              </a:ext>
            </a:extLst>
          </p:cNvPr>
          <p:cNvSpPr/>
          <p:nvPr/>
        </p:nvSpPr>
        <p:spPr>
          <a:xfrm>
            <a:off x="8096358" y="3172968"/>
            <a:ext cx="1249389" cy="219456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4" name="Rectangle 32">
            <a:extLst>
              <a:ext uri="{FF2B5EF4-FFF2-40B4-BE49-F238E27FC236}">
                <a16:creationId xmlns:a16="http://schemas.microsoft.com/office/drawing/2014/main" id="{8F8F5989-5200-F4E2-BC35-DF8B9E45AEAA}"/>
              </a:ext>
            </a:extLst>
          </p:cNvPr>
          <p:cNvSpPr/>
          <p:nvPr/>
        </p:nvSpPr>
        <p:spPr>
          <a:xfrm>
            <a:off x="11688354" y="3172968"/>
            <a:ext cx="156173" cy="219456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5" name="TextBox 33">
            <a:extLst>
              <a:ext uri="{FF2B5EF4-FFF2-40B4-BE49-F238E27FC236}">
                <a16:creationId xmlns:a16="http://schemas.microsoft.com/office/drawing/2014/main" id="{E45BACBC-2348-5E7C-D771-AC66F67758E7}"/>
              </a:ext>
            </a:extLst>
          </p:cNvPr>
          <p:cNvSpPr txBox="1"/>
          <p:nvPr/>
        </p:nvSpPr>
        <p:spPr>
          <a:xfrm>
            <a:off x="365760" y="3172968"/>
            <a:ext cx="117130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606060"/>
                </a:solidFill>
              </a:rPr>
              <a:t>Sep</a:t>
            </a:r>
          </a:p>
        </p:txBody>
      </p:sp>
      <p:sp>
        <p:nvSpPr>
          <p:cNvPr id="36" name="Rectangle 34">
            <a:extLst>
              <a:ext uri="{FF2B5EF4-FFF2-40B4-BE49-F238E27FC236}">
                <a16:creationId xmlns:a16="http://schemas.microsoft.com/office/drawing/2014/main" id="{79BB45C3-6FB1-E084-46D5-9F2408024780}"/>
              </a:ext>
            </a:extLst>
          </p:cNvPr>
          <p:cNvSpPr/>
          <p:nvPr/>
        </p:nvSpPr>
        <p:spPr>
          <a:xfrm>
            <a:off x="1534319" y="3172968"/>
            <a:ext cx="5486" cy="219456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7" name="TextBox 35">
            <a:extLst>
              <a:ext uri="{FF2B5EF4-FFF2-40B4-BE49-F238E27FC236}">
                <a16:creationId xmlns:a16="http://schemas.microsoft.com/office/drawing/2014/main" id="{0D0634EF-42A3-082A-3C25-4D400D64D572}"/>
              </a:ext>
            </a:extLst>
          </p:cNvPr>
          <p:cNvSpPr txBox="1"/>
          <p:nvPr/>
        </p:nvSpPr>
        <p:spPr>
          <a:xfrm>
            <a:off x="1537062" y="3172968"/>
            <a:ext cx="242069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606060"/>
                </a:solidFill>
              </a:rPr>
              <a:t>Okt</a:t>
            </a:r>
          </a:p>
        </p:txBody>
      </p:sp>
      <p:sp>
        <p:nvSpPr>
          <p:cNvPr id="38" name="Rectangle 36">
            <a:extLst>
              <a:ext uri="{FF2B5EF4-FFF2-40B4-BE49-F238E27FC236}">
                <a16:creationId xmlns:a16="http://schemas.microsoft.com/office/drawing/2014/main" id="{AA48190D-B6A4-9EA7-3A7E-283B05557CCA}"/>
              </a:ext>
            </a:extLst>
          </p:cNvPr>
          <p:cNvSpPr/>
          <p:nvPr/>
        </p:nvSpPr>
        <p:spPr>
          <a:xfrm>
            <a:off x="3955012" y="3172968"/>
            <a:ext cx="5486" cy="219456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9" name="TextBox 37">
            <a:extLst>
              <a:ext uri="{FF2B5EF4-FFF2-40B4-BE49-F238E27FC236}">
                <a16:creationId xmlns:a16="http://schemas.microsoft.com/office/drawing/2014/main" id="{3556007E-3D0B-38A0-C006-B357F163C3B0}"/>
              </a:ext>
            </a:extLst>
          </p:cNvPr>
          <p:cNvSpPr txBox="1"/>
          <p:nvPr/>
        </p:nvSpPr>
        <p:spPr>
          <a:xfrm>
            <a:off x="3957755" y="3172968"/>
            <a:ext cx="234260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606060"/>
                </a:solidFill>
              </a:rPr>
              <a:t>Nov</a:t>
            </a:r>
          </a:p>
        </p:txBody>
      </p:sp>
      <p:sp>
        <p:nvSpPr>
          <p:cNvPr id="40" name="Rectangle 38">
            <a:extLst>
              <a:ext uri="{FF2B5EF4-FFF2-40B4-BE49-F238E27FC236}">
                <a16:creationId xmlns:a16="http://schemas.microsoft.com/office/drawing/2014/main" id="{D343F51B-AA72-2F2C-6469-47D0A1C64830}"/>
              </a:ext>
            </a:extLst>
          </p:cNvPr>
          <p:cNvSpPr/>
          <p:nvPr/>
        </p:nvSpPr>
        <p:spPr>
          <a:xfrm>
            <a:off x="6297617" y="3172968"/>
            <a:ext cx="5486" cy="219456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1" name="TextBox 39">
            <a:extLst>
              <a:ext uri="{FF2B5EF4-FFF2-40B4-BE49-F238E27FC236}">
                <a16:creationId xmlns:a16="http://schemas.microsoft.com/office/drawing/2014/main" id="{46E97F90-643E-E2E3-F3CC-934DCD2B5CD4}"/>
              </a:ext>
            </a:extLst>
          </p:cNvPr>
          <p:cNvSpPr txBox="1"/>
          <p:nvPr/>
        </p:nvSpPr>
        <p:spPr>
          <a:xfrm>
            <a:off x="6300361" y="3172968"/>
            <a:ext cx="242069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606060"/>
                </a:solidFill>
              </a:rPr>
              <a:t>Dez</a:t>
            </a:r>
          </a:p>
        </p:txBody>
      </p:sp>
      <p:sp>
        <p:nvSpPr>
          <p:cNvPr id="42" name="Rectangle 40">
            <a:extLst>
              <a:ext uri="{FF2B5EF4-FFF2-40B4-BE49-F238E27FC236}">
                <a16:creationId xmlns:a16="http://schemas.microsoft.com/office/drawing/2014/main" id="{33064F46-2B92-7104-FC30-B632A6EB93EA}"/>
              </a:ext>
            </a:extLst>
          </p:cNvPr>
          <p:cNvSpPr/>
          <p:nvPr/>
        </p:nvSpPr>
        <p:spPr>
          <a:xfrm>
            <a:off x="8718310" y="3172968"/>
            <a:ext cx="5486" cy="219456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3" name="TextBox 41">
            <a:extLst>
              <a:ext uri="{FF2B5EF4-FFF2-40B4-BE49-F238E27FC236}">
                <a16:creationId xmlns:a16="http://schemas.microsoft.com/office/drawing/2014/main" id="{656BF634-117B-C7DC-022B-87172FB37F26}"/>
              </a:ext>
            </a:extLst>
          </p:cNvPr>
          <p:cNvSpPr txBox="1"/>
          <p:nvPr/>
        </p:nvSpPr>
        <p:spPr>
          <a:xfrm>
            <a:off x="8721053" y="3172968"/>
            <a:ext cx="242069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606060"/>
                </a:solidFill>
              </a:rPr>
              <a:t>Jan</a:t>
            </a:r>
          </a:p>
        </p:txBody>
      </p:sp>
      <p:sp>
        <p:nvSpPr>
          <p:cNvPr id="44" name="Rectangle 42">
            <a:extLst>
              <a:ext uri="{FF2B5EF4-FFF2-40B4-BE49-F238E27FC236}">
                <a16:creationId xmlns:a16="http://schemas.microsoft.com/office/drawing/2014/main" id="{378C65DB-7AF1-022C-2A55-0893605A835C}"/>
              </a:ext>
            </a:extLst>
          </p:cNvPr>
          <p:cNvSpPr/>
          <p:nvPr/>
        </p:nvSpPr>
        <p:spPr>
          <a:xfrm>
            <a:off x="11139003" y="3172968"/>
            <a:ext cx="5486" cy="219456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5" name="TextBox 43">
            <a:extLst>
              <a:ext uri="{FF2B5EF4-FFF2-40B4-BE49-F238E27FC236}">
                <a16:creationId xmlns:a16="http://schemas.microsoft.com/office/drawing/2014/main" id="{D186DA79-F81C-7389-E60D-C98FDDFE9A66}"/>
              </a:ext>
            </a:extLst>
          </p:cNvPr>
          <p:cNvSpPr txBox="1"/>
          <p:nvPr/>
        </p:nvSpPr>
        <p:spPr>
          <a:xfrm>
            <a:off x="11141746" y="3172968"/>
            <a:ext cx="702781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606060"/>
                </a:solidFill>
              </a:rPr>
              <a:t>Feb</a:t>
            </a:r>
          </a:p>
        </p:txBody>
      </p:sp>
      <p:sp>
        <p:nvSpPr>
          <p:cNvPr id="46" name="Rectangle 44">
            <a:extLst>
              <a:ext uri="{FF2B5EF4-FFF2-40B4-BE49-F238E27FC236}">
                <a16:creationId xmlns:a16="http://schemas.microsoft.com/office/drawing/2014/main" id="{CB69CDCA-F026-9FB9-2AF2-9D6536E1C630}"/>
              </a:ext>
            </a:extLst>
          </p:cNvPr>
          <p:cNvSpPr/>
          <p:nvPr/>
        </p:nvSpPr>
        <p:spPr>
          <a:xfrm>
            <a:off x="365760" y="3584448"/>
            <a:ext cx="11478768" cy="347472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7" name="TextBox 45">
            <a:extLst>
              <a:ext uri="{FF2B5EF4-FFF2-40B4-BE49-F238E27FC236}">
                <a16:creationId xmlns:a16="http://schemas.microsoft.com/office/drawing/2014/main" id="{2327DE7B-401A-14FE-1DB3-1C60F56A79A5}"/>
              </a:ext>
            </a:extLst>
          </p:cNvPr>
          <p:cNvSpPr txBox="1"/>
          <p:nvPr/>
        </p:nvSpPr>
        <p:spPr>
          <a:xfrm>
            <a:off x="493776" y="3584448"/>
            <a:ext cx="11222736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2. Halbjahr · C und ESP32 · 40 Termine</a:t>
            </a:r>
          </a:p>
        </p:txBody>
      </p:sp>
      <p:sp>
        <p:nvSpPr>
          <p:cNvPr id="48" name="TextBox 46">
            <a:extLst>
              <a:ext uri="{FF2B5EF4-FFF2-40B4-BE49-F238E27FC236}">
                <a16:creationId xmlns:a16="http://schemas.microsoft.com/office/drawing/2014/main" id="{0FD7CE30-9E91-61CE-173B-D7B1101A9572}"/>
              </a:ext>
            </a:extLst>
          </p:cNvPr>
          <p:cNvSpPr txBox="1"/>
          <p:nvPr/>
        </p:nvSpPr>
        <p:spPr>
          <a:xfrm>
            <a:off x="365760" y="3584448"/>
            <a:ext cx="11350751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17.02.2027 – 28.07.2027</a:t>
            </a:r>
          </a:p>
        </p:txBody>
      </p:sp>
      <p:sp>
        <p:nvSpPr>
          <p:cNvPr id="49" name="Rectangle 47">
            <a:extLst>
              <a:ext uri="{FF2B5EF4-FFF2-40B4-BE49-F238E27FC236}">
                <a16:creationId xmlns:a16="http://schemas.microsoft.com/office/drawing/2014/main" id="{CE187C89-9CEA-A1E0-6607-01A7B7F49EB3}"/>
              </a:ext>
            </a:extLst>
          </p:cNvPr>
          <p:cNvSpPr/>
          <p:nvPr/>
        </p:nvSpPr>
        <p:spPr>
          <a:xfrm>
            <a:off x="365760" y="3986783"/>
            <a:ext cx="4249674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0" name="Rectangle 48">
            <a:extLst>
              <a:ext uri="{FF2B5EF4-FFF2-40B4-BE49-F238E27FC236}">
                <a16:creationId xmlns:a16="http://schemas.microsoft.com/office/drawing/2014/main" id="{6560D6F7-A987-39DF-CF90-FA095F6629A1}"/>
              </a:ext>
            </a:extLst>
          </p:cNvPr>
          <p:cNvSpPr/>
          <p:nvPr/>
        </p:nvSpPr>
        <p:spPr>
          <a:xfrm>
            <a:off x="365760" y="3986783"/>
            <a:ext cx="4249674" cy="329184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1" name="TextBox 49">
            <a:extLst>
              <a:ext uri="{FF2B5EF4-FFF2-40B4-BE49-F238E27FC236}">
                <a16:creationId xmlns:a16="http://schemas.microsoft.com/office/drawing/2014/main" id="{CA3B4EB6-3010-72C2-DEC3-8F31E58539A8}"/>
              </a:ext>
            </a:extLst>
          </p:cNvPr>
          <p:cNvSpPr txBox="1"/>
          <p:nvPr/>
        </p:nvSpPr>
        <p:spPr>
          <a:xfrm>
            <a:off x="493776" y="3986783"/>
            <a:ext cx="399364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H – K</a:t>
            </a:r>
          </a:p>
        </p:txBody>
      </p:sp>
      <p:sp>
        <p:nvSpPr>
          <p:cNvPr id="52" name="TextBox 50">
            <a:extLst>
              <a:ext uri="{FF2B5EF4-FFF2-40B4-BE49-F238E27FC236}">
                <a16:creationId xmlns:a16="http://schemas.microsoft.com/office/drawing/2014/main" id="{AE362FF5-3527-2503-B488-0E78728114DD}"/>
              </a:ext>
            </a:extLst>
          </p:cNvPr>
          <p:cNvSpPr txBox="1"/>
          <p:nvPr/>
        </p:nvSpPr>
        <p:spPr>
          <a:xfrm>
            <a:off x="365760" y="3986783"/>
            <a:ext cx="412165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</a:rPr>
              <a:t>17.02. – 14.04.</a:t>
            </a:r>
          </a:p>
        </p:txBody>
      </p:sp>
      <p:sp>
        <p:nvSpPr>
          <p:cNvPr id="53" name="TextBox 51">
            <a:extLst>
              <a:ext uri="{FF2B5EF4-FFF2-40B4-BE49-F238E27FC236}">
                <a16:creationId xmlns:a16="http://schemas.microsoft.com/office/drawing/2014/main" id="{40BC3059-521C-568A-D39B-102236E37077}"/>
              </a:ext>
            </a:extLst>
          </p:cNvPr>
          <p:cNvSpPr txBox="1"/>
          <p:nvPr/>
        </p:nvSpPr>
        <p:spPr>
          <a:xfrm>
            <a:off x="493776" y="4407407"/>
            <a:ext cx="399364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E2841"/>
                </a:solidFill>
              </a:rPr>
              <a:t>C lernen</a:t>
            </a:r>
          </a:p>
        </p:txBody>
      </p:sp>
      <p:sp>
        <p:nvSpPr>
          <p:cNvPr id="54" name="TextBox 52">
            <a:extLst>
              <a:ext uri="{FF2B5EF4-FFF2-40B4-BE49-F238E27FC236}">
                <a16:creationId xmlns:a16="http://schemas.microsoft.com/office/drawing/2014/main" id="{0FB7D274-579F-118A-7273-480D363CCC95}"/>
              </a:ext>
            </a:extLst>
          </p:cNvPr>
          <p:cNvSpPr txBox="1"/>
          <p:nvPr/>
        </p:nvSpPr>
        <p:spPr>
          <a:xfrm>
            <a:off x="493776" y="4919472"/>
            <a:ext cx="3993642" cy="795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06060"/>
                </a:solidFill>
              </a:rPr>
              <a:t>Vom Python- zum C-Denken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606060"/>
                </a:solidFill>
              </a:rPr>
              <a:t>Sprachkern, Module, Zeiger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606060"/>
                </a:solidFill>
              </a:rPr>
              <a:t>Strings und eigene Datentypen</a:t>
            </a:r>
          </a:p>
        </p:txBody>
      </p:sp>
      <p:sp>
        <p:nvSpPr>
          <p:cNvPr id="55" name="Rectangle 53">
            <a:extLst>
              <a:ext uri="{FF2B5EF4-FFF2-40B4-BE49-F238E27FC236}">
                <a16:creationId xmlns:a16="http://schemas.microsoft.com/office/drawing/2014/main" id="{DE330DC3-5C58-58FA-3AED-4EEBA20E5ADB}"/>
              </a:ext>
            </a:extLst>
          </p:cNvPr>
          <p:cNvSpPr/>
          <p:nvPr/>
        </p:nvSpPr>
        <p:spPr>
          <a:xfrm>
            <a:off x="4670298" y="3986783"/>
            <a:ext cx="4249674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6" name="Rectangle 54">
            <a:extLst>
              <a:ext uri="{FF2B5EF4-FFF2-40B4-BE49-F238E27FC236}">
                <a16:creationId xmlns:a16="http://schemas.microsoft.com/office/drawing/2014/main" id="{D96F9B7A-0FD5-F944-AB3B-C3361BD9ABC2}"/>
              </a:ext>
            </a:extLst>
          </p:cNvPr>
          <p:cNvSpPr/>
          <p:nvPr/>
        </p:nvSpPr>
        <p:spPr>
          <a:xfrm>
            <a:off x="4670298" y="3986783"/>
            <a:ext cx="4249674" cy="329184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7" name="TextBox 55">
            <a:extLst>
              <a:ext uri="{FF2B5EF4-FFF2-40B4-BE49-F238E27FC236}">
                <a16:creationId xmlns:a16="http://schemas.microsoft.com/office/drawing/2014/main" id="{3D67960A-B8B5-3D61-F86F-EBACDAEDFF40}"/>
              </a:ext>
            </a:extLst>
          </p:cNvPr>
          <p:cNvSpPr txBox="1"/>
          <p:nvPr/>
        </p:nvSpPr>
        <p:spPr>
          <a:xfrm>
            <a:off x="4798314" y="3986783"/>
            <a:ext cx="399364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L – N</a:t>
            </a:r>
          </a:p>
        </p:txBody>
      </p:sp>
      <p:sp>
        <p:nvSpPr>
          <p:cNvPr id="58" name="TextBox 56">
            <a:extLst>
              <a:ext uri="{FF2B5EF4-FFF2-40B4-BE49-F238E27FC236}">
                <a16:creationId xmlns:a16="http://schemas.microsoft.com/office/drawing/2014/main" id="{03D0CEA3-DCE1-A8B9-A200-7650D2BDC21C}"/>
              </a:ext>
            </a:extLst>
          </p:cNvPr>
          <p:cNvSpPr txBox="1"/>
          <p:nvPr/>
        </p:nvSpPr>
        <p:spPr>
          <a:xfrm>
            <a:off x="4670298" y="3986783"/>
            <a:ext cx="412165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</a:rPr>
              <a:t>21.04. – 16.06.</a:t>
            </a:r>
          </a:p>
        </p:txBody>
      </p:sp>
      <p:sp>
        <p:nvSpPr>
          <p:cNvPr id="59" name="TextBox 57">
            <a:extLst>
              <a:ext uri="{FF2B5EF4-FFF2-40B4-BE49-F238E27FC236}">
                <a16:creationId xmlns:a16="http://schemas.microsoft.com/office/drawing/2014/main" id="{576012EB-1DAE-BF54-2329-648ACE64E6B3}"/>
              </a:ext>
            </a:extLst>
          </p:cNvPr>
          <p:cNvSpPr txBox="1"/>
          <p:nvPr/>
        </p:nvSpPr>
        <p:spPr>
          <a:xfrm>
            <a:off x="4798314" y="4407407"/>
            <a:ext cx="399364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E2841"/>
                </a:solidFill>
              </a:rPr>
              <a:t>C anwenden</a:t>
            </a:r>
          </a:p>
        </p:txBody>
      </p:sp>
      <p:sp>
        <p:nvSpPr>
          <p:cNvPr id="60" name="TextBox 58">
            <a:extLst>
              <a:ext uri="{FF2B5EF4-FFF2-40B4-BE49-F238E27FC236}">
                <a16:creationId xmlns:a16="http://schemas.microsoft.com/office/drawing/2014/main" id="{14924A96-677C-81A6-035A-0220DE152CA0}"/>
              </a:ext>
            </a:extLst>
          </p:cNvPr>
          <p:cNvSpPr txBox="1"/>
          <p:nvPr/>
        </p:nvSpPr>
        <p:spPr>
          <a:xfrm>
            <a:off x="4798314" y="4919472"/>
            <a:ext cx="3993641" cy="795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06060"/>
                </a:solidFill>
              </a:rPr>
              <a:t>Bibliotheken und Speicher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606060"/>
                </a:solidFill>
              </a:rPr>
              <a:t>Tests, Analyse, Praxis-Lab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606060"/>
                </a:solidFill>
              </a:rPr>
              <a:t>2. Schulaufgabe</a:t>
            </a:r>
          </a:p>
        </p:txBody>
      </p:sp>
      <p:sp>
        <p:nvSpPr>
          <p:cNvPr id="61" name="Rectangle 59">
            <a:extLst>
              <a:ext uri="{FF2B5EF4-FFF2-40B4-BE49-F238E27FC236}">
                <a16:creationId xmlns:a16="http://schemas.microsoft.com/office/drawing/2014/main" id="{28F8AA94-F18F-6189-643E-36C0D9FA36C1}"/>
              </a:ext>
            </a:extLst>
          </p:cNvPr>
          <p:cNvSpPr/>
          <p:nvPr/>
        </p:nvSpPr>
        <p:spPr>
          <a:xfrm>
            <a:off x="8974836" y="3986783"/>
            <a:ext cx="281482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2" name="Rectangle 60">
            <a:extLst>
              <a:ext uri="{FF2B5EF4-FFF2-40B4-BE49-F238E27FC236}">
                <a16:creationId xmlns:a16="http://schemas.microsoft.com/office/drawing/2014/main" id="{D25AACC4-B63E-8D4B-8EBD-0FE4B2898780}"/>
              </a:ext>
            </a:extLst>
          </p:cNvPr>
          <p:cNvSpPr/>
          <p:nvPr/>
        </p:nvSpPr>
        <p:spPr>
          <a:xfrm>
            <a:off x="8974836" y="3986783"/>
            <a:ext cx="2814827" cy="329184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3" name="TextBox 61">
            <a:extLst>
              <a:ext uri="{FF2B5EF4-FFF2-40B4-BE49-F238E27FC236}">
                <a16:creationId xmlns:a16="http://schemas.microsoft.com/office/drawing/2014/main" id="{450DDC14-9EB1-42B3-86BA-196C6290544E}"/>
              </a:ext>
            </a:extLst>
          </p:cNvPr>
          <p:cNvSpPr txBox="1"/>
          <p:nvPr/>
        </p:nvSpPr>
        <p:spPr>
          <a:xfrm>
            <a:off x="9102852" y="3986783"/>
            <a:ext cx="2558795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O – P</a:t>
            </a:r>
          </a:p>
        </p:txBody>
      </p:sp>
      <p:sp>
        <p:nvSpPr>
          <p:cNvPr id="64" name="TextBox 62">
            <a:extLst>
              <a:ext uri="{FF2B5EF4-FFF2-40B4-BE49-F238E27FC236}">
                <a16:creationId xmlns:a16="http://schemas.microsoft.com/office/drawing/2014/main" id="{32F891B7-D380-C3C6-3C8B-E0BAFAB46194}"/>
              </a:ext>
            </a:extLst>
          </p:cNvPr>
          <p:cNvSpPr txBox="1"/>
          <p:nvPr/>
        </p:nvSpPr>
        <p:spPr>
          <a:xfrm>
            <a:off x="8974836" y="3986783"/>
            <a:ext cx="268681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</a:rPr>
              <a:t>23.06. – 28.07.</a:t>
            </a:r>
          </a:p>
        </p:txBody>
      </p:sp>
      <p:sp>
        <p:nvSpPr>
          <p:cNvPr id="65" name="TextBox 63">
            <a:extLst>
              <a:ext uri="{FF2B5EF4-FFF2-40B4-BE49-F238E27FC236}">
                <a16:creationId xmlns:a16="http://schemas.microsoft.com/office/drawing/2014/main" id="{7ABA9C32-D690-BA4F-B028-A4E69A49CB71}"/>
              </a:ext>
            </a:extLst>
          </p:cNvPr>
          <p:cNvSpPr txBox="1"/>
          <p:nvPr/>
        </p:nvSpPr>
        <p:spPr>
          <a:xfrm>
            <a:off x="9102852" y="4407407"/>
            <a:ext cx="25587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E2841"/>
                </a:solidFill>
              </a:rPr>
              <a:t>Mikrocontroller</a:t>
            </a:r>
          </a:p>
        </p:txBody>
      </p:sp>
      <p:sp>
        <p:nvSpPr>
          <p:cNvPr id="66" name="TextBox 64">
            <a:extLst>
              <a:ext uri="{FF2B5EF4-FFF2-40B4-BE49-F238E27FC236}">
                <a16:creationId xmlns:a16="http://schemas.microsoft.com/office/drawing/2014/main" id="{5DB26486-83BF-8CAF-E135-E7316DFB9489}"/>
              </a:ext>
            </a:extLst>
          </p:cNvPr>
          <p:cNvSpPr txBox="1"/>
          <p:nvPr/>
        </p:nvSpPr>
        <p:spPr>
          <a:xfrm>
            <a:off x="9102852" y="4919472"/>
            <a:ext cx="2558795" cy="795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06060"/>
                </a:solidFill>
              </a:rPr>
              <a:t>ESP32 mit ESP-IDF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606060"/>
                </a:solidFill>
              </a:rPr>
              <a:t>Abschlussprojekt</a:t>
            </a:r>
          </a:p>
        </p:txBody>
      </p:sp>
      <p:sp>
        <p:nvSpPr>
          <p:cNvPr id="67" name="Rectangle 65">
            <a:extLst>
              <a:ext uri="{FF2B5EF4-FFF2-40B4-BE49-F238E27FC236}">
                <a16:creationId xmlns:a16="http://schemas.microsoft.com/office/drawing/2014/main" id="{7BC026C8-CA10-CCF2-1D63-EA900C496423}"/>
              </a:ext>
            </a:extLst>
          </p:cNvPr>
          <p:cNvSpPr/>
          <p:nvPr/>
        </p:nvSpPr>
        <p:spPr>
          <a:xfrm>
            <a:off x="365760" y="5806440"/>
            <a:ext cx="11478768" cy="219456"/>
          </a:xfrm>
          <a:prstGeom prst="rect">
            <a:avLst/>
          </a:prstGeom>
          <a:solidFill>
            <a:srgbClr val="FAFAFA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8" name="Rectangle 66">
            <a:extLst>
              <a:ext uri="{FF2B5EF4-FFF2-40B4-BE49-F238E27FC236}">
                <a16:creationId xmlns:a16="http://schemas.microsoft.com/office/drawing/2014/main" id="{220255B2-2FC9-7E0E-B77F-CDEA1458B0A2}"/>
              </a:ext>
            </a:extLst>
          </p:cNvPr>
          <p:cNvSpPr/>
          <p:nvPr/>
        </p:nvSpPr>
        <p:spPr>
          <a:xfrm>
            <a:off x="2620518" y="5806440"/>
            <a:ext cx="819911" cy="219456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9" name="Rectangle 67">
            <a:extLst>
              <a:ext uri="{FF2B5EF4-FFF2-40B4-BE49-F238E27FC236}">
                <a16:creationId xmlns:a16="http://schemas.microsoft.com/office/drawing/2014/main" id="{9D5B6161-B871-3AA4-4782-6BF27CEBE0FF}"/>
              </a:ext>
            </a:extLst>
          </p:cNvPr>
          <p:cNvSpPr/>
          <p:nvPr/>
        </p:nvSpPr>
        <p:spPr>
          <a:xfrm>
            <a:off x="6446774" y="5806440"/>
            <a:ext cx="819911" cy="219456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0" name="Rectangle 68">
            <a:extLst>
              <a:ext uri="{FF2B5EF4-FFF2-40B4-BE49-F238E27FC236}">
                <a16:creationId xmlns:a16="http://schemas.microsoft.com/office/drawing/2014/main" id="{FED4E511-7EAC-1624-DF2D-C174245C80C5}"/>
              </a:ext>
            </a:extLst>
          </p:cNvPr>
          <p:cNvSpPr/>
          <p:nvPr/>
        </p:nvSpPr>
        <p:spPr>
          <a:xfrm>
            <a:off x="11571224" y="5806440"/>
            <a:ext cx="273304" cy="219456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1" name="TextBox 69">
            <a:extLst>
              <a:ext uri="{FF2B5EF4-FFF2-40B4-BE49-F238E27FC236}">
                <a16:creationId xmlns:a16="http://schemas.microsoft.com/office/drawing/2014/main" id="{8BE1CAC7-ADC0-6053-93D1-5BF6C1EF35C0}"/>
              </a:ext>
            </a:extLst>
          </p:cNvPr>
          <p:cNvSpPr txBox="1"/>
          <p:nvPr/>
        </p:nvSpPr>
        <p:spPr>
          <a:xfrm>
            <a:off x="365760" y="5806440"/>
            <a:ext cx="81991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606060"/>
                </a:solidFill>
              </a:rPr>
              <a:t>Feb</a:t>
            </a:r>
          </a:p>
        </p:txBody>
      </p:sp>
      <p:sp>
        <p:nvSpPr>
          <p:cNvPr id="72" name="Rectangle 70">
            <a:extLst>
              <a:ext uri="{FF2B5EF4-FFF2-40B4-BE49-F238E27FC236}">
                <a16:creationId xmlns:a16="http://schemas.microsoft.com/office/drawing/2014/main" id="{6DE27292-471D-B44B-94FB-FDD1BFE15844}"/>
              </a:ext>
            </a:extLst>
          </p:cNvPr>
          <p:cNvSpPr/>
          <p:nvPr/>
        </p:nvSpPr>
        <p:spPr>
          <a:xfrm>
            <a:off x="1182928" y="5806440"/>
            <a:ext cx="5486" cy="219456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3" name="TextBox 71">
            <a:extLst>
              <a:ext uri="{FF2B5EF4-FFF2-40B4-BE49-F238E27FC236}">
                <a16:creationId xmlns:a16="http://schemas.microsoft.com/office/drawing/2014/main" id="{25D6EC05-85EA-2A76-A58D-8CED98E369FD}"/>
              </a:ext>
            </a:extLst>
          </p:cNvPr>
          <p:cNvSpPr txBox="1"/>
          <p:nvPr/>
        </p:nvSpPr>
        <p:spPr>
          <a:xfrm>
            <a:off x="1185672" y="5806440"/>
            <a:ext cx="211810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606060"/>
                </a:solidFill>
              </a:rPr>
              <a:t>Mär</a:t>
            </a:r>
          </a:p>
        </p:txBody>
      </p:sp>
      <p:sp>
        <p:nvSpPr>
          <p:cNvPr id="74" name="Rectangle 72">
            <a:extLst>
              <a:ext uri="{FF2B5EF4-FFF2-40B4-BE49-F238E27FC236}">
                <a16:creationId xmlns:a16="http://schemas.microsoft.com/office/drawing/2014/main" id="{100C892A-0895-0899-417F-3E236C23C866}"/>
              </a:ext>
            </a:extLst>
          </p:cNvPr>
          <p:cNvSpPr/>
          <p:nvPr/>
        </p:nvSpPr>
        <p:spPr>
          <a:xfrm>
            <a:off x="3301034" y="5806440"/>
            <a:ext cx="5486" cy="219456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5" name="TextBox 73">
            <a:extLst>
              <a:ext uri="{FF2B5EF4-FFF2-40B4-BE49-F238E27FC236}">
                <a16:creationId xmlns:a16="http://schemas.microsoft.com/office/drawing/2014/main" id="{2F68163D-1DF6-A1C8-DCD4-F8A2BD360376}"/>
              </a:ext>
            </a:extLst>
          </p:cNvPr>
          <p:cNvSpPr txBox="1"/>
          <p:nvPr/>
        </p:nvSpPr>
        <p:spPr>
          <a:xfrm>
            <a:off x="3303777" y="5806440"/>
            <a:ext cx="20497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606060"/>
                </a:solidFill>
              </a:rPr>
              <a:t>Apr</a:t>
            </a:r>
          </a:p>
        </p:txBody>
      </p:sp>
      <p:sp>
        <p:nvSpPr>
          <p:cNvPr id="76" name="Rectangle 74">
            <a:extLst>
              <a:ext uri="{FF2B5EF4-FFF2-40B4-BE49-F238E27FC236}">
                <a16:creationId xmlns:a16="http://schemas.microsoft.com/office/drawing/2014/main" id="{DB714328-E35B-5AE8-E2B7-EB1B617740D3}"/>
              </a:ext>
            </a:extLst>
          </p:cNvPr>
          <p:cNvSpPr/>
          <p:nvPr/>
        </p:nvSpPr>
        <p:spPr>
          <a:xfrm>
            <a:off x="5350814" y="5806440"/>
            <a:ext cx="5486" cy="219456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7" name="TextBox 75">
            <a:extLst>
              <a:ext uri="{FF2B5EF4-FFF2-40B4-BE49-F238E27FC236}">
                <a16:creationId xmlns:a16="http://schemas.microsoft.com/office/drawing/2014/main" id="{54B4F376-1AD2-811F-A5C0-4051D9D3DB9B}"/>
              </a:ext>
            </a:extLst>
          </p:cNvPr>
          <p:cNvSpPr txBox="1"/>
          <p:nvPr/>
        </p:nvSpPr>
        <p:spPr>
          <a:xfrm>
            <a:off x="5353558" y="5806440"/>
            <a:ext cx="211810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606060"/>
                </a:solidFill>
              </a:rPr>
              <a:t>Mai</a:t>
            </a:r>
          </a:p>
        </p:txBody>
      </p:sp>
      <p:sp>
        <p:nvSpPr>
          <p:cNvPr id="78" name="Rectangle 76">
            <a:extLst>
              <a:ext uri="{FF2B5EF4-FFF2-40B4-BE49-F238E27FC236}">
                <a16:creationId xmlns:a16="http://schemas.microsoft.com/office/drawing/2014/main" id="{043E1B1C-D646-8B96-9028-46D759DF2BF2}"/>
              </a:ext>
            </a:extLst>
          </p:cNvPr>
          <p:cNvSpPr/>
          <p:nvPr/>
        </p:nvSpPr>
        <p:spPr>
          <a:xfrm>
            <a:off x="7468920" y="5806440"/>
            <a:ext cx="5486" cy="219456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9" name="TextBox 77">
            <a:extLst>
              <a:ext uri="{FF2B5EF4-FFF2-40B4-BE49-F238E27FC236}">
                <a16:creationId xmlns:a16="http://schemas.microsoft.com/office/drawing/2014/main" id="{7C4F7A8D-A3F3-DD2A-6BE9-84D9AFCA6B19}"/>
              </a:ext>
            </a:extLst>
          </p:cNvPr>
          <p:cNvSpPr txBox="1"/>
          <p:nvPr/>
        </p:nvSpPr>
        <p:spPr>
          <a:xfrm>
            <a:off x="7471664" y="5806440"/>
            <a:ext cx="2049779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606060"/>
                </a:solidFill>
              </a:rPr>
              <a:t>Jun</a:t>
            </a:r>
          </a:p>
        </p:txBody>
      </p:sp>
      <p:sp>
        <p:nvSpPr>
          <p:cNvPr id="80" name="Rectangle 78">
            <a:extLst>
              <a:ext uri="{FF2B5EF4-FFF2-40B4-BE49-F238E27FC236}">
                <a16:creationId xmlns:a16="http://schemas.microsoft.com/office/drawing/2014/main" id="{85292DC2-088B-D90A-D93B-CA10E3B83C41}"/>
              </a:ext>
            </a:extLst>
          </p:cNvPr>
          <p:cNvSpPr/>
          <p:nvPr/>
        </p:nvSpPr>
        <p:spPr>
          <a:xfrm>
            <a:off x="9518700" y="5806440"/>
            <a:ext cx="5486" cy="219456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1" name="TextBox 79">
            <a:extLst>
              <a:ext uri="{FF2B5EF4-FFF2-40B4-BE49-F238E27FC236}">
                <a16:creationId xmlns:a16="http://schemas.microsoft.com/office/drawing/2014/main" id="{EE4682E4-FB15-C4D6-351A-B36C373F397A}"/>
              </a:ext>
            </a:extLst>
          </p:cNvPr>
          <p:cNvSpPr txBox="1"/>
          <p:nvPr/>
        </p:nvSpPr>
        <p:spPr>
          <a:xfrm>
            <a:off x="9521443" y="5806440"/>
            <a:ext cx="211810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606060"/>
                </a:solidFill>
              </a:rPr>
              <a:t>Jul</a:t>
            </a:r>
          </a:p>
        </p:txBody>
      </p:sp>
      <p:sp>
        <p:nvSpPr>
          <p:cNvPr id="82" name="Rectangle 80">
            <a:extLst>
              <a:ext uri="{FF2B5EF4-FFF2-40B4-BE49-F238E27FC236}">
                <a16:creationId xmlns:a16="http://schemas.microsoft.com/office/drawing/2014/main" id="{04ADE984-1723-20A6-1F2B-EAFD7A52CBA1}"/>
              </a:ext>
            </a:extLst>
          </p:cNvPr>
          <p:cNvSpPr/>
          <p:nvPr/>
        </p:nvSpPr>
        <p:spPr>
          <a:xfrm>
            <a:off x="11636806" y="5806440"/>
            <a:ext cx="5486" cy="219456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3" name="Rectangle 81">
            <a:extLst>
              <a:ext uri="{FF2B5EF4-FFF2-40B4-BE49-F238E27FC236}">
                <a16:creationId xmlns:a16="http://schemas.microsoft.com/office/drawing/2014/main" id="{25E2D6B8-79E6-4D5F-F1B3-DFCB48B40B4E}"/>
              </a:ext>
            </a:extLst>
          </p:cNvPr>
          <p:cNvSpPr/>
          <p:nvPr/>
        </p:nvSpPr>
        <p:spPr>
          <a:xfrm>
            <a:off x="384048" y="6153912"/>
            <a:ext cx="201168" cy="128016"/>
          </a:xfrm>
          <a:prstGeom prst="rect">
            <a:avLst/>
          </a:prstGeom>
          <a:solidFill>
            <a:srgbClr val="E4E4E4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4" name="TextBox 82">
            <a:extLst>
              <a:ext uri="{FF2B5EF4-FFF2-40B4-BE49-F238E27FC236}">
                <a16:creationId xmlns:a16="http://schemas.microsoft.com/office/drawing/2014/main" id="{DDA624DC-8D6B-B9B3-C3FC-E08B7A0CF301}"/>
              </a:ext>
            </a:extLst>
          </p:cNvPr>
          <p:cNvSpPr txBox="1"/>
          <p:nvPr/>
        </p:nvSpPr>
        <p:spPr>
          <a:xfrm>
            <a:off x="658368" y="6099048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606060"/>
                </a:solidFill>
              </a:rPr>
              <a:t>Ferien · Kachelbreite und Lücken entsprechen dem Kalender</a:t>
            </a:r>
          </a:p>
        </p:txBody>
      </p:sp>
    </p:spTree>
    <p:extLst>
      <p:ext uri="{BB962C8B-B14F-4D97-AF65-F5344CB8AC3E}">
        <p14:creationId xmlns:p14="http://schemas.microsoft.com/office/powerpoint/2010/main" val="32317939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6AACD9-8A3A-F72B-C63A-0E7CC2BC1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Entwicklungsumgebung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BCFDBE1-5C06-B9CB-2256-A690CB241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Schaffenroth, Sebastian | Programmieren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EA23AAE7-5956-2E86-35D9-E12ED2B30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5994" y="1335176"/>
            <a:ext cx="1420971" cy="1420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A1D13271-4642-F2D2-3CD1-DA13FBFD3301}"/>
              </a:ext>
            </a:extLst>
          </p:cNvPr>
          <p:cNvSpPr txBox="1"/>
          <p:nvPr/>
        </p:nvSpPr>
        <p:spPr>
          <a:xfrm>
            <a:off x="419100" y="1309931"/>
            <a:ext cx="304602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Unterstützt beim Programmieren:</a:t>
            </a:r>
          </a:p>
          <a:p>
            <a:r>
              <a:rPr lang="de-DE"/>
              <a:t>- Zeigt Fehler</a:t>
            </a:r>
          </a:p>
          <a:p>
            <a:r>
              <a:rPr lang="de-DE"/>
              <a:t>- Code-</a:t>
            </a:r>
            <a:r>
              <a:rPr lang="de-DE" err="1"/>
              <a:t>Highlighting</a:t>
            </a:r>
            <a:endParaRPr lang="de-DE"/>
          </a:p>
          <a:p>
            <a:r>
              <a:rPr lang="de-DE"/>
              <a:t>- Debugging</a:t>
            </a:r>
          </a:p>
          <a:p>
            <a:r>
              <a:rPr lang="de-DE"/>
              <a:t>- Vieles Mehr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CAE6560F-BD95-14A9-DBBA-281884B7B5E5}"/>
              </a:ext>
            </a:extLst>
          </p:cNvPr>
          <p:cNvSpPr txBox="1"/>
          <p:nvPr/>
        </p:nvSpPr>
        <p:spPr>
          <a:xfrm>
            <a:off x="3320142" y="1790387"/>
            <a:ext cx="30460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/>
              <a:t>VS-Code</a:t>
            </a:r>
          </a:p>
        </p:txBody>
      </p:sp>
      <p:pic>
        <p:nvPicPr>
          <p:cNvPr id="5126" name="Picture 6">
            <a:extLst>
              <a:ext uri="{FF2B5EF4-FFF2-40B4-BE49-F238E27FC236}">
                <a16:creationId xmlns:a16="http://schemas.microsoft.com/office/drawing/2014/main" id="{95005C82-42C5-BDC9-F85A-58A8DC64C2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8127" y="2825410"/>
            <a:ext cx="4226687" cy="2802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CFA460C8-7EA0-B9CF-11AE-FD6F7AF877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3355" y="2953696"/>
            <a:ext cx="1420971" cy="1420971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8BC01D1B-174F-A1E2-F315-0326D72B3B37}"/>
              </a:ext>
            </a:extLst>
          </p:cNvPr>
          <p:cNvSpPr txBox="1"/>
          <p:nvPr/>
        </p:nvSpPr>
        <p:spPr>
          <a:xfrm>
            <a:off x="8501054" y="4374667"/>
            <a:ext cx="2826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https://bycs.link/vscode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15D50C4F-4D4C-37C3-23F1-DB1A195F90DF}"/>
              </a:ext>
            </a:extLst>
          </p:cNvPr>
          <p:cNvSpPr txBox="1"/>
          <p:nvPr/>
        </p:nvSpPr>
        <p:spPr>
          <a:xfrm>
            <a:off x="8077506" y="1957236"/>
            <a:ext cx="2909454" cy="64633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e-DE"/>
              <a:t>Laden Sie VS Code runter und installieren es</a:t>
            </a:r>
          </a:p>
        </p:txBody>
      </p:sp>
      <p:pic>
        <p:nvPicPr>
          <p:cNvPr id="22" name="Grafik 21" descr="Ein Bild, das Cartoon, Kopfhörer, Im Haus, Ausgabegerät enthält.&#10;&#10;Automatisch generierte Beschreibung">
            <a:extLst>
              <a:ext uri="{FF2B5EF4-FFF2-40B4-BE49-F238E27FC236}">
                <a16:creationId xmlns:a16="http://schemas.microsoft.com/office/drawing/2014/main" id="{C79D6562-4A8D-4082-1840-A02FAED1DC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7331" y="1664579"/>
            <a:ext cx="1442209" cy="1045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911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6AACD9-8A3A-F72B-C63A-0E7CC2BC1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First </a:t>
            </a:r>
            <a:r>
              <a:rPr lang="de-DE" err="1"/>
              <a:t>Steps</a:t>
            </a:r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BCFDBE1-5C06-B9CB-2256-A690CB241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Schaffenroth, Sebastian | Programmieren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D53C554-72B5-B7E7-788F-94F73DDBA501}"/>
              </a:ext>
            </a:extLst>
          </p:cNvPr>
          <p:cNvSpPr txBox="1"/>
          <p:nvPr/>
        </p:nvSpPr>
        <p:spPr>
          <a:xfrm>
            <a:off x="221178" y="1727860"/>
            <a:ext cx="1099506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de-DE" sz="2400"/>
              <a:t>Python-Interpreter herunterladen</a:t>
            </a:r>
            <a:br>
              <a:rPr lang="de-DE" sz="2400"/>
            </a:br>
            <a:r>
              <a:rPr lang="de-DE" sz="2400"/>
              <a:t>(Add python.exe </a:t>
            </a:r>
            <a:r>
              <a:rPr lang="de-DE" sz="2400" err="1"/>
              <a:t>to</a:t>
            </a:r>
            <a:r>
              <a:rPr lang="de-DE" sz="2400"/>
              <a:t> PATH)</a:t>
            </a:r>
          </a:p>
          <a:p>
            <a:pPr marL="457200" indent="-457200">
              <a:buAutoNum type="arabicPeriod"/>
            </a:pPr>
            <a:endParaRPr lang="de-DE" sz="2400"/>
          </a:p>
          <a:p>
            <a:pPr marL="457200" indent="-457200">
              <a:buAutoNum type="arabicPeriod"/>
            </a:pPr>
            <a:endParaRPr lang="de-DE" sz="2400"/>
          </a:p>
          <a:p>
            <a:pPr marL="457200" indent="-457200">
              <a:buAutoNum type="arabicPeriod"/>
            </a:pPr>
            <a:endParaRPr lang="de-DE" sz="2400"/>
          </a:p>
          <a:p>
            <a:pPr marL="457200" indent="-457200">
              <a:buAutoNum type="arabicPeriod"/>
            </a:pPr>
            <a:endParaRPr lang="de-DE" sz="2400"/>
          </a:p>
          <a:p>
            <a:endParaRPr lang="de-DE" sz="2400"/>
          </a:p>
          <a:p>
            <a:endParaRPr lang="de-DE" sz="2400"/>
          </a:p>
          <a:p>
            <a:r>
              <a:rPr lang="de-DE" sz="2400"/>
              <a:t>2. Neustarten</a:t>
            </a:r>
          </a:p>
          <a:p>
            <a:r>
              <a:rPr lang="de-DE" sz="2400"/>
              <a:t>3.Python-Extension in VS Code installieren (</a:t>
            </a:r>
            <a:r>
              <a:rPr lang="de-DE" sz="2400" err="1"/>
              <a:t>Extensions</a:t>
            </a:r>
            <a:r>
              <a:rPr lang="de-DE" sz="2400"/>
              <a:t> -&gt; nach Python suchen)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FD20B25E-22B3-9551-26E9-DAB45743C0C0}"/>
              </a:ext>
            </a:extLst>
          </p:cNvPr>
          <p:cNvSpPr txBox="1"/>
          <p:nvPr/>
        </p:nvSpPr>
        <p:spPr>
          <a:xfrm>
            <a:off x="4904121" y="2707850"/>
            <a:ext cx="3840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/>
              <a:t>https://www.python.org/downloads/</a:t>
            </a:r>
          </a:p>
        </p:txBody>
      </p:sp>
      <p:pic>
        <p:nvPicPr>
          <p:cNvPr id="8" name="Grafik 7" descr="Ein Bild, das Muster, Symmetrie, Quadrat, Kunst enthält.&#10;&#10;Automatisch generierte Beschreibung">
            <a:extLst>
              <a:ext uri="{FF2B5EF4-FFF2-40B4-BE49-F238E27FC236}">
                <a16:creationId xmlns:a16="http://schemas.microsoft.com/office/drawing/2014/main" id="{F54ECAE7-64A4-AEC2-6F48-04892025C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3365" y="1131713"/>
            <a:ext cx="1576137" cy="1576137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10C31A2B-9D9B-1D77-7B43-D56C94C9D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128" y="2616068"/>
            <a:ext cx="2841607" cy="1797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7380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6AACD9-8A3A-F72B-C63A-0E7CC2BC1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Live Coding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BCFDBE1-5C06-B9CB-2256-A690CB241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Schaffenroth, Sebastian | Programmieren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25A817B-8092-984C-11D7-4D23001E8594}"/>
              </a:ext>
            </a:extLst>
          </p:cNvPr>
          <p:cNvSpPr txBox="1"/>
          <p:nvPr/>
        </p:nvSpPr>
        <p:spPr>
          <a:xfrm>
            <a:off x="419100" y="1036677"/>
            <a:ext cx="6095010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"""</a:t>
            </a:r>
            <a:endParaRPr lang="de-DE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DS 01 - 16.09.2026 - Erste Schritte in Python</a:t>
            </a:r>
            <a:endParaRPr lang="de-DE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Grundlagen der Programmierung, KI 1. Jahr</a:t>
            </a:r>
            <a:endParaRPr lang="de-DE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de-DE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de-DE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Diese Datei wird im Unterricht gemeinsam getippt.</a:t>
            </a:r>
            <a:endParaRPr lang="de-DE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Starten:  In VS Code auf den Play-Pfeil rechts oben,</a:t>
            </a:r>
            <a:endParaRPr lang="de-DE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          oder im Terminal:  python 10_Demo_Erste_Schritte.py</a:t>
            </a:r>
            <a:endParaRPr lang="de-DE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"""</a:t>
            </a:r>
            <a:endParaRPr lang="de-DE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de-DE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de-DE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---------------------------------------------------------------</a:t>
            </a:r>
            <a:endParaRPr lang="de-DE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1. Ausgabe</a:t>
            </a:r>
            <a:endParaRPr lang="de-DE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---------------------------------------------------------------</a:t>
            </a:r>
            <a:endParaRPr lang="de-DE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print() schreibt etwas auf den Bildschirm.</a:t>
            </a:r>
            <a:endParaRPr lang="de-DE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de-DE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"Hallo Technikerschule!"</a:t>
            </a:r>
            <a:r>
              <a:rPr lang="de-DE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de-DE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de-DE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Alles hinter einem # ist ein Kommentar.</a:t>
            </a:r>
            <a:endParaRPr lang="de-DE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Der Interpreter ignoriert ihn - er ist nur fuer Menschen da.</a:t>
            </a:r>
            <a:endParaRPr lang="de-DE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de-DE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br>
              <a:rPr lang="de-DE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de-DE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---------------------------------------------------------------</a:t>
            </a:r>
            <a:endParaRPr lang="de-DE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2. Variablen</a:t>
            </a:r>
            <a:endParaRPr lang="de-DE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---------------------------------------------------------------</a:t>
            </a:r>
            <a:endParaRPr lang="de-DE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Eine Variable ist ein benannter Platz fuer einen Wert.</a:t>
            </a:r>
            <a:endParaRPr lang="de-DE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kursname</a:t>
            </a:r>
            <a:r>
              <a:rPr lang="de-DE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"Grundlagen der Programmierung"</a:t>
            </a:r>
            <a:endParaRPr lang="de-DE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wochenstunden</a:t>
            </a:r>
            <a:r>
              <a:rPr lang="de-DE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0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endParaRPr lang="de-DE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de-DE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de-DE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de-DE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kursname</a:t>
            </a:r>
            <a:r>
              <a:rPr lang="de-DE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de-DE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de-DE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wochenstunden</a:t>
            </a:r>
            <a:r>
              <a:rPr lang="de-DE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de-DE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de-DE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f-String: Text und Werte mischen. Das f vor dem Anfuehrungszeichen</a:t>
            </a:r>
            <a:endParaRPr lang="de-DE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ist wichtig - ohne f steht spaeter woertlich {kursname} auf dem Bildschirm.</a:t>
            </a:r>
            <a:endParaRPr lang="de-DE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de-DE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0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de-DE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sz="10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de-DE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kursname</a:t>
            </a:r>
            <a:r>
              <a:rPr lang="de-DE" sz="10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de-DE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hat </a:t>
            </a:r>
            <a:r>
              <a:rPr lang="de-DE" sz="10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de-DE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wochenstunden</a:t>
            </a:r>
            <a:r>
              <a:rPr lang="de-DE" sz="10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de-DE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Wochenstunden."</a:t>
            </a:r>
            <a:r>
              <a:rPr lang="de-DE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de-DE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br>
              <a:rPr lang="de-DE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de-DE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F2F8CFF7-9C69-E556-1117-7FCDDB7D2B7B}"/>
              </a:ext>
            </a:extLst>
          </p:cNvPr>
          <p:cNvSpPr txBox="1"/>
          <p:nvPr/>
        </p:nvSpPr>
        <p:spPr>
          <a:xfrm>
            <a:off x="5976912" y="1190565"/>
            <a:ext cx="609501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---------------------------------------------------------------</a:t>
            </a:r>
            <a:endParaRPr lang="de-DE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3. Eingabe</a:t>
            </a:r>
            <a:endParaRPr lang="de-DE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---------------------------------------------------------------</a:t>
            </a:r>
            <a:endParaRPr lang="de-DE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de-DE" sz="1000" b="0" err="1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de-DE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de-DE" sz="1000" b="0" err="1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haelt</a:t>
            </a:r>
            <a:r>
              <a:rPr lang="de-DE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 das Programm an und wartet auf eine Eingabe.</a:t>
            </a:r>
            <a:endParaRPr lang="de-DE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000" b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de-DE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000" b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de-DE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"Wie </a:t>
            </a:r>
            <a:r>
              <a:rPr lang="de-DE" sz="1000" b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heisst</a:t>
            </a:r>
            <a:r>
              <a:rPr lang="de-DE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du? "</a:t>
            </a:r>
            <a:r>
              <a:rPr lang="de-DE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de-DE" sz="1000" b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de-DE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000" b="0" err="1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de-DE" sz="1000" b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"Willkommen</a:t>
            </a:r>
            <a:r>
              <a:rPr lang="de-DE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0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de-DE" sz="1000" b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de-DE" sz="10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de-DE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!"</a:t>
            </a:r>
            <a:r>
              <a:rPr lang="de-DE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de-DE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br>
              <a:rPr lang="de-DE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de-DE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---------------------------------------------------------------</a:t>
            </a:r>
            <a:endParaRPr lang="de-DE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4. Rechnen - und die erste Falle</a:t>
            </a:r>
            <a:endParaRPr lang="de-DE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---------------------------------------------------------------</a:t>
            </a:r>
            <a:endParaRPr lang="de-DE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de-DE" sz="1000" b="0" err="1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de-DE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() liefert IMMER Text, auch wenn eine Zahl eingegeben wird.</a:t>
            </a:r>
            <a:endParaRPr lang="de-DE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000" b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alter_text</a:t>
            </a:r>
            <a:r>
              <a:rPr lang="de-DE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000" b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de-DE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"Wie alt bist du? "</a:t>
            </a:r>
            <a:r>
              <a:rPr lang="de-DE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de-DE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de-DE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Der folgende Ausdruck </a:t>
            </a:r>
            <a:r>
              <a:rPr lang="de-DE" sz="1000" b="0" err="1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waere</a:t>
            </a:r>
            <a:r>
              <a:rPr lang="de-DE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 ein Fehler:</a:t>
            </a:r>
            <a:endParaRPr lang="de-DE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    </a:t>
            </a:r>
            <a:r>
              <a:rPr lang="de-DE" sz="1000" b="0" err="1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alter_text</a:t>
            </a:r>
            <a:r>
              <a:rPr lang="de-DE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 + 1</a:t>
            </a:r>
            <a:endParaRPr lang="de-DE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-&gt; </a:t>
            </a:r>
            <a:r>
              <a:rPr lang="de-DE" sz="1000" b="0" err="1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TypeError</a:t>
            </a:r>
            <a:r>
              <a:rPr lang="de-DE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de-DE" sz="1000" b="0" err="1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can</a:t>
            </a:r>
            <a:r>
              <a:rPr lang="de-DE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000" b="0" err="1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only</a:t>
            </a:r>
            <a:r>
              <a:rPr lang="de-DE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000" b="0" err="1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concatenate</a:t>
            </a:r>
            <a:r>
              <a:rPr lang="de-DE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000" b="0" err="1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de-DE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 (not "</a:t>
            </a:r>
            <a:r>
              <a:rPr lang="de-DE" sz="1000" b="0" err="1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de-DE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") </a:t>
            </a:r>
            <a:r>
              <a:rPr lang="de-DE" sz="1000" b="0" err="1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de-DE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000" b="0" err="1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str</a:t>
            </a:r>
            <a:endParaRPr lang="de-DE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Ausprobieren! Fehlermeldungen lesen ist Teil des Handwerks.</a:t>
            </a:r>
            <a:endParaRPr lang="de-DE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de-DE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de-DE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Richtig: erst in eine Zahl umwandeln.</a:t>
            </a:r>
            <a:endParaRPr lang="de-DE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alter</a:t>
            </a:r>
            <a:r>
              <a:rPr lang="de-DE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000" b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de-DE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000" b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alter_text</a:t>
            </a:r>
            <a:r>
              <a:rPr lang="de-DE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de-DE" sz="1000" b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de-DE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000" b="0" err="1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de-DE" sz="1000" b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"Naechstes</a:t>
            </a:r>
            <a:r>
              <a:rPr lang="de-DE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Jahr bist du </a:t>
            </a:r>
            <a:r>
              <a:rPr lang="de-DE" sz="10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de-DE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alter</a:t>
            </a:r>
            <a:r>
              <a:rPr lang="de-DE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de-DE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0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de-DE" sz="10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de-DE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de-DE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de-DE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br>
              <a:rPr lang="de-DE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de-DE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---------------------------------------------------------------</a:t>
            </a:r>
            <a:endParaRPr lang="de-DE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5. Woran man ein Programm erkennt</a:t>
            </a:r>
            <a:endParaRPr lang="de-DE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---------------------------------------------------------------</a:t>
            </a:r>
            <a:endParaRPr lang="de-DE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Ein Programm ist eine Folge von Anweisungen, die von oben nach</a:t>
            </a:r>
            <a:endParaRPr lang="de-DE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unten abgearbeitet werden. Diese Reihenfolge nennt man Sequenz.</a:t>
            </a:r>
            <a:endParaRPr lang="de-DE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000" b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de-DE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"Schritt 1"</a:t>
            </a:r>
            <a:r>
              <a:rPr lang="de-DE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de-DE" sz="1000" b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de-DE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"Schritt 2"</a:t>
            </a:r>
            <a:r>
              <a:rPr lang="de-DE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de-DE" sz="1000" b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de-DE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"Schritt 3"</a:t>
            </a:r>
            <a:r>
              <a:rPr lang="de-DE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de-DE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de-DE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3793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6AACD9-8A3A-F72B-C63A-0E7CC2BC1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GIT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BCFDBE1-5C06-B9CB-2256-A690CB241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Schaffenroth, Sebastian | Programmieren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82911A8-DB51-47A5-FA8E-A6556D148659}"/>
              </a:ext>
            </a:extLst>
          </p:cNvPr>
          <p:cNvSpPr txBox="1"/>
          <p:nvPr/>
        </p:nvSpPr>
        <p:spPr>
          <a:xfrm>
            <a:off x="6829796" y="4740626"/>
            <a:ext cx="6095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/>
              <a:t>https://github.com/DKollingerBSZ/2627_KI1_GdP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D8B131E-CEC9-2B85-5ED5-1892F088F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1158" y="1994065"/>
            <a:ext cx="2637312" cy="2637312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98225724-0E11-1FE0-7EBB-53E5619312BB}"/>
              </a:ext>
            </a:extLst>
          </p:cNvPr>
          <p:cNvSpPr txBox="1"/>
          <p:nvPr/>
        </p:nvSpPr>
        <p:spPr>
          <a:xfrm>
            <a:off x="7981702" y="5109958"/>
            <a:ext cx="6095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/>
              <a:t>https://bycs.link/gdpgit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26BFD46-B713-7794-782C-55A30D118A9A}"/>
              </a:ext>
            </a:extLst>
          </p:cNvPr>
          <p:cNvSpPr txBox="1"/>
          <p:nvPr/>
        </p:nvSpPr>
        <p:spPr>
          <a:xfrm>
            <a:off x="872009" y="2180906"/>
            <a:ext cx="3600931" cy="64633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e-DE"/>
              <a:t>Bearbeiten Sie die Aufgabe A aus 20_Uebungsblatt.md im </a:t>
            </a:r>
            <a:r>
              <a:rPr lang="de-DE" err="1"/>
              <a:t>git</a:t>
            </a:r>
            <a:endParaRPr lang="de-DE"/>
          </a:p>
        </p:txBody>
      </p:sp>
      <p:pic>
        <p:nvPicPr>
          <p:cNvPr id="6" name="Grafik 5" descr="Ein Bild, das Cartoon, Kopfhörer, Im Haus, Ausgabegerät enthält.&#10;&#10;Automatisch generierte Beschreibung">
            <a:extLst>
              <a:ext uri="{FF2B5EF4-FFF2-40B4-BE49-F238E27FC236}">
                <a16:creationId xmlns:a16="http://schemas.microsoft.com/office/drawing/2014/main" id="{2EB8F807-C8FA-C17C-D889-90BE1760C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2468" y="1923258"/>
            <a:ext cx="1442209" cy="1045029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745CC5F4-90D8-8E10-30FA-450B0888FD06}"/>
              </a:ext>
            </a:extLst>
          </p:cNvPr>
          <p:cNvSpPr txBox="1"/>
          <p:nvPr/>
        </p:nvSpPr>
        <p:spPr>
          <a:xfrm>
            <a:off x="872008" y="3586048"/>
            <a:ext cx="3600931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e-DE"/>
              <a:t>Bearbeiten Sie Aufgabe B und C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DE31F6D-FDD3-B461-05CD-6934FACEB817}"/>
              </a:ext>
            </a:extLst>
          </p:cNvPr>
          <p:cNvSpPr txBox="1"/>
          <p:nvPr/>
        </p:nvSpPr>
        <p:spPr>
          <a:xfrm>
            <a:off x="1473530" y="3173778"/>
            <a:ext cx="6095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/>
              <a:t>Schon fertig?</a:t>
            </a:r>
          </a:p>
        </p:txBody>
      </p:sp>
    </p:spTree>
    <p:extLst>
      <p:ext uri="{BB962C8B-B14F-4D97-AF65-F5344CB8AC3E}">
        <p14:creationId xmlns:p14="http://schemas.microsoft.com/office/powerpoint/2010/main" val="37833700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6AACD9-8A3A-F72B-C63A-0E7CC2BC1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Vorbereitung für nächste Woche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BCFDBE1-5C06-B9CB-2256-A690CB241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Schaffenroth, Sebastian | Programmieren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0ECF1C5-2ED2-759E-8CFD-7E7F687B3BA5}"/>
              </a:ext>
            </a:extLst>
          </p:cNvPr>
          <p:cNvSpPr txBox="1"/>
          <p:nvPr/>
        </p:nvSpPr>
        <p:spPr>
          <a:xfrm>
            <a:off x="872009" y="2180906"/>
            <a:ext cx="3600931" cy="64633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e-DE"/>
              <a:t>Bearbeiten Sie die Aufgabe A aus 30_Hausaufgabe.md im </a:t>
            </a:r>
            <a:r>
              <a:rPr lang="de-DE" err="1"/>
              <a:t>git</a:t>
            </a:r>
            <a:endParaRPr lang="de-DE"/>
          </a:p>
        </p:txBody>
      </p:sp>
      <p:pic>
        <p:nvPicPr>
          <p:cNvPr id="5" name="Grafik 4" descr="Ein Bild, das Cartoon, Kopfhörer, Im Haus, Ausgabegerät enthält.&#10;&#10;Automatisch generierte Beschreibung">
            <a:extLst>
              <a:ext uri="{FF2B5EF4-FFF2-40B4-BE49-F238E27FC236}">
                <a16:creationId xmlns:a16="http://schemas.microsoft.com/office/drawing/2014/main" id="{9F188D07-6E75-6EA8-126B-8ABD311A7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468" y="1923258"/>
            <a:ext cx="1442209" cy="1045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438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orlage_01.potx" id="{2615161D-B22D-40AD-B7B4-2C38E79497BA}" vid="{21684944-A2E8-4194-84DE-5B35D735E350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83A5E682D44794DBB5664561E674637" ma:contentTypeVersion="3" ma:contentTypeDescription="Ein neues Dokument erstellen." ma:contentTypeScope="" ma:versionID="8793084cad90be446bef4dcd905c76ec">
  <xsd:schema xmlns:xsd="http://www.w3.org/2001/XMLSchema" xmlns:xs="http://www.w3.org/2001/XMLSchema" xmlns:p="http://schemas.microsoft.com/office/2006/metadata/properties" xmlns:ns2="7a26f399-1951-4138-a923-50b4bb941d1d" targetNamespace="http://schemas.microsoft.com/office/2006/metadata/properties" ma:root="true" ma:fieldsID="619fb0ecf4d64ffbdc6d93f36085f30a" ns2:_="">
    <xsd:import namespace="7a26f399-1951-4138-a923-50b4bb941d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f399-1951-4138-a923-50b4bb941d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D2AD7C3-0A32-4877-BA13-29BA6DD2AD59}">
  <ds:schemaRefs>
    <ds:schemaRef ds:uri="7a26f399-1951-4138-a923-50b4bb941d1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88A2F88-55C5-4ED1-9541-807C65424763}">
  <ds:schemaRefs>
    <ds:schemaRef ds:uri="7a26f399-1951-4138-a923-50b4bb941d1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Widescreen</PresentationFormat>
  <Slides>18</Slides>
  <Notes>0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</vt:lpstr>
      <vt:lpstr>Programmieren</vt:lpstr>
      <vt:lpstr>Sebastian Schaffenroth</vt:lpstr>
      <vt:lpstr>Gründe für Programme</vt:lpstr>
      <vt:lpstr>Wo überall Code steckt</vt:lpstr>
      <vt:lpstr>Ein Beispiel aus dem Betrieb</vt:lpstr>
      <vt:lpstr>Programmiersprache</vt:lpstr>
      <vt:lpstr>PowerPoint Presentation</vt:lpstr>
      <vt:lpstr>Programmcode</vt:lpstr>
      <vt:lpstr>Programmcode</vt:lpstr>
      <vt:lpstr>Programmsprache vs. Skriptsprache</vt:lpstr>
      <vt:lpstr>Programmsprache vs. Skriptsprache</vt:lpstr>
      <vt:lpstr>Programmiersprachen</vt:lpstr>
      <vt:lpstr>Das Schuljahr auf einen Blick</vt:lpstr>
      <vt:lpstr>Entwicklungsumgebung</vt:lpstr>
      <vt:lpstr>First Steps</vt:lpstr>
      <vt:lpstr>Live Coding</vt:lpstr>
      <vt:lpstr>GIT</vt:lpstr>
      <vt:lpstr>Vorbereitung für nächste Woche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Mödl Tobias</dc:creator>
  <cp:revision>1</cp:revision>
  <dcterms:created xsi:type="dcterms:W3CDTF">2025-03-19T14:45:56Z</dcterms:created>
  <dcterms:modified xsi:type="dcterms:W3CDTF">2026-09-16T10:06:14Z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0x010100D83A5E682D44794DBB5664561E674637</vt:lpwstr>
  </property>
</Properties>
</file>